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3563938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DEEA"/>
    <a:srgbClr val="0A1128"/>
    <a:srgbClr val="215F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876" autoAdjust="0"/>
    <p:restoredTop sz="94660"/>
  </p:normalViewPr>
  <p:slideViewPr>
    <p:cSldViewPr snapToGrid="0">
      <p:cViewPr varScale="1">
        <p:scale>
          <a:sx n="95" d="100"/>
          <a:sy n="95" d="100"/>
        </p:scale>
        <p:origin x="403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7296" y="1237197"/>
            <a:ext cx="3029347" cy="2631887"/>
          </a:xfrm>
        </p:spPr>
        <p:txBody>
          <a:bodyPr anchor="b"/>
          <a:lstStyle>
            <a:lvl1pPr algn="ctr">
              <a:defRPr sz="233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5492" y="3970580"/>
            <a:ext cx="2672954" cy="1825171"/>
          </a:xfrm>
        </p:spPr>
        <p:txBody>
          <a:bodyPr/>
          <a:lstStyle>
            <a:lvl1pPr marL="0" indent="0" algn="ctr">
              <a:buNone/>
              <a:defRPr sz="936"/>
            </a:lvl1pPr>
            <a:lvl2pPr marL="178217" indent="0" algn="ctr">
              <a:buNone/>
              <a:defRPr sz="780"/>
            </a:lvl2pPr>
            <a:lvl3pPr marL="356433" indent="0" algn="ctr">
              <a:buNone/>
              <a:defRPr sz="702"/>
            </a:lvl3pPr>
            <a:lvl4pPr marL="534650" indent="0" algn="ctr">
              <a:buNone/>
              <a:defRPr sz="624"/>
            </a:lvl4pPr>
            <a:lvl5pPr marL="712866" indent="0" algn="ctr">
              <a:buNone/>
              <a:defRPr sz="624"/>
            </a:lvl5pPr>
            <a:lvl6pPr marL="891083" indent="0" algn="ctr">
              <a:buNone/>
              <a:defRPr sz="624"/>
            </a:lvl6pPr>
            <a:lvl7pPr marL="1069299" indent="0" algn="ctr">
              <a:buNone/>
              <a:defRPr sz="624"/>
            </a:lvl7pPr>
            <a:lvl8pPr marL="1247516" indent="0" algn="ctr">
              <a:buNone/>
              <a:defRPr sz="624"/>
            </a:lvl8pPr>
            <a:lvl9pPr marL="1425732" indent="0" algn="ctr">
              <a:buNone/>
              <a:defRPr sz="624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86B56-65C5-4392-8019-9657A8ABB339}" type="datetimeFigureOut">
              <a:rPr lang="de-DE" smtClean="0"/>
              <a:t>28.08.2026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34BE2-AD8D-44C5-8F3B-517F2A772C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6022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86B56-65C5-4392-8019-9657A8ABB339}" type="datetimeFigureOut">
              <a:rPr lang="de-DE" smtClean="0"/>
              <a:t>28.08.2026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34BE2-AD8D-44C5-8F3B-517F2A772C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3751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164" y="1884671"/>
            <a:ext cx="3073897" cy="3144614"/>
          </a:xfrm>
        </p:spPr>
        <p:txBody>
          <a:bodyPr anchor="b"/>
          <a:lstStyle>
            <a:lvl1pPr>
              <a:defRPr sz="233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3164" y="5059035"/>
            <a:ext cx="3073897" cy="1653678"/>
          </a:xfrm>
        </p:spPr>
        <p:txBody>
          <a:bodyPr/>
          <a:lstStyle>
            <a:lvl1pPr marL="0" indent="0">
              <a:buNone/>
              <a:defRPr sz="936">
                <a:solidFill>
                  <a:schemeClr val="tx1">
                    <a:tint val="82000"/>
                  </a:schemeClr>
                </a:solidFill>
              </a:defRPr>
            </a:lvl1pPr>
            <a:lvl2pPr marL="178217" indent="0">
              <a:buNone/>
              <a:defRPr sz="780">
                <a:solidFill>
                  <a:schemeClr val="tx1">
                    <a:tint val="82000"/>
                  </a:schemeClr>
                </a:solidFill>
              </a:defRPr>
            </a:lvl2pPr>
            <a:lvl3pPr marL="356433" indent="0">
              <a:buNone/>
              <a:defRPr sz="702">
                <a:solidFill>
                  <a:schemeClr val="tx1">
                    <a:tint val="82000"/>
                  </a:schemeClr>
                </a:solidFill>
              </a:defRPr>
            </a:lvl3pPr>
            <a:lvl4pPr marL="534650" indent="0">
              <a:buNone/>
              <a:defRPr sz="624">
                <a:solidFill>
                  <a:schemeClr val="tx1">
                    <a:tint val="82000"/>
                  </a:schemeClr>
                </a:solidFill>
              </a:defRPr>
            </a:lvl4pPr>
            <a:lvl5pPr marL="712866" indent="0">
              <a:buNone/>
              <a:defRPr sz="624">
                <a:solidFill>
                  <a:schemeClr val="tx1">
                    <a:tint val="82000"/>
                  </a:schemeClr>
                </a:solidFill>
              </a:defRPr>
            </a:lvl5pPr>
            <a:lvl6pPr marL="891083" indent="0">
              <a:buNone/>
              <a:defRPr sz="624">
                <a:solidFill>
                  <a:schemeClr val="tx1">
                    <a:tint val="82000"/>
                  </a:schemeClr>
                </a:solidFill>
              </a:defRPr>
            </a:lvl6pPr>
            <a:lvl7pPr marL="1069299" indent="0">
              <a:buNone/>
              <a:defRPr sz="624">
                <a:solidFill>
                  <a:schemeClr val="tx1">
                    <a:tint val="82000"/>
                  </a:schemeClr>
                </a:solidFill>
              </a:defRPr>
            </a:lvl7pPr>
            <a:lvl8pPr marL="1247516" indent="0">
              <a:buNone/>
              <a:defRPr sz="624">
                <a:solidFill>
                  <a:schemeClr val="tx1">
                    <a:tint val="82000"/>
                  </a:schemeClr>
                </a:solidFill>
              </a:defRPr>
            </a:lvl8pPr>
            <a:lvl9pPr marL="1425732" indent="0">
              <a:buNone/>
              <a:defRPr sz="62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86B56-65C5-4392-8019-9657A8ABB339}" type="datetimeFigureOut">
              <a:rPr lang="de-DE" smtClean="0"/>
              <a:t>28.08.2026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34BE2-AD8D-44C5-8F3B-517F2A772C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6541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5021" y="2012414"/>
            <a:ext cx="1514674" cy="479654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04243" y="2012414"/>
            <a:ext cx="1514674" cy="479654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86B56-65C5-4392-8019-9657A8ABB339}" type="datetimeFigureOut">
              <a:rPr lang="de-DE" smtClean="0"/>
              <a:t>28.08.2026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34BE2-AD8D-44C5-8F3B-517F2A772C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6288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485" y="402484"/>
            <a:ext cx="3073897" cy="146118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485" y="1853171"/>
            <a:ext cx="1507713" cy="908210"/>
          </a:xfrm>
        </p:spPr>
        <p:txBody>
          <a:bodyPr anchor="b"/>
          <a:lstStyle>
            <a:lvl1pPr marL="0" indent="0">
              <a:buNone/>
              <a:defRPr sz="936" b="1"/>
            </a:lvl1pPr>
            <a:lvl2pPr marL="178217" indent="0">
              <a:buNone/>
              <a:defRPr sz="780" b="1"/>
            </a:lvl2pPr>
            <a:lvl3pPr marL="356433" indent="0">
              <a:buNone/>
              <a:defRPr sz="702" b="1"/>
            </a:lvl3pPr>
            <a:lvl4pPr marL="534650" indent="0">
              <a:buNone/>
              <a:defRPr sz="624" b="1"/>
            </a:lvl4pPr>
            <a:lvl5pPr marL="712866" indent="0">
              <a:buNone/>
              <a:defRPr sz="624" b="1"/>
            </a:lvl5pPr>
            <a:lvl6pPr marL="891083" indent="0">
              <a:buNone/>
              <a:defRPr sz="624" b="1"/>
            </a:lvl6pPr>
            <a:lvl7pPr marL="1069299" indent="0">
              <a:buNone/>
              <a:defRPr sz="624" b="1"/>
            </a:lvl7pPr>
            <a:lvl8pPr marL="1247516" indent="0">
              <a:buNone/>
              <a:defRPr sz="624" b="1"/>
            </a:lvl8pPr>
            <a:lvl9pPr marL="1425732" indent="0">
              <a:buNone/>
              <a:defRPr sz="624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5485" y="2761381"/>
            <a:ext cx="1507713" cy="40615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04244" y="1853171"/>
            <a:ext cx="1515138" cy="908210"/>
          </a:xfrm>
        </p:spPr>
        <p:txBody>
          <a:bodyPr anchor="b"/>
          <a:lstStyle>
            <a:lvl1pPr marL="0" indent="0">
              <a:buNone/>
              <a:defRPr sz="936" b="1"/>
            </a:lvl1pPr>
            <a:lvl2pPr marL="178217" indent="0">
              <a:buNone/>
              <a:defRPr sz="780" b="1"/>
            </a:lvl2pPr>
            <a:lvl3pPr marL="356433" indent="0">
              <a:buNone/>
              <a:defRPr sz="702" b="1"/>
            </a:lvl3pPr>
            <a:lvl4pPr marL="534650" indent="0">
              <a:buNone/>
              <a:defRPr sz="624" b="1"/>
            </a:lvl4pPr>
            <a:lvl5pPr marL="712866" indent="0">
              <a:buNone/>
              <a:defRPr sz="624" b="1"/>
            </a:lvl5pPr>
            <a:lvl6pPr marL="891083" indent="0">
              <a:buNone/>
              <a:defRPr sz="624" b="1"/>
            </a:lvl6pPr>
            <a:lvl7pPr marL="1069299" indent="0">
              <a:buNone/>
              <a:defRPr sz="624" b="1"/>
            </a:lvl7pPr>
            <a:lvl8pPr marL="1247516" indent="0">
              <a:buNone/>
              <a:defRPr sz="624" b="1"/>
            </a:lvl8pPr>
            <a:lvl9pPr marL="1425732" indent="0">
              <a:buNone/>
              <a:defRPr sz="624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04244" y="2761381"/>
            <a:ext cx="1515138" cy="40615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86B56-65C5-4392-8019-9657A8ABB339}" type="datetimeFigureOut">
              <a:rPr lang="de-DE" smtClean="0"/>
              <a:t>28.08.2026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34BE2-AD8D-44C5-8F3B-517F2A772C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4421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86B56-65C5-4392-8019-9657A8ABB339}" type="datetimeFigureOut">
              <a:rPr lang="de-DE" smtClean="0"/>
              <a:t>28.08.2026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34BE2-AD8D-44C5-8F3B-517F2A772C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2018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86B56-65C5-4392-8019-9657A8ABB339}" type="datetimeFigureOut">
              <a:rPr lang="de-DE" smtClean="0"/>
              <a:t>28.08.2026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34BE2-AD8D-44C5-8F3B-517F2A772C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7663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485" y="503978"/>
            <a:ext cx="1149463" cy="1763924"/>
          </a:xfrm>
        </p:spPr>
        <p:txBody>
          <a:bodyPr anchor="b"/>
          <a:lstStyle>
            <a:lvl1pPr>
              <a:defRPr sz="1247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15138" y="1088455"/>
            <a:ext cx="1804244" cy="5372269"/>
          </a:xfrm>
        </p:spPr>
        <p:txBody>
          <a:bodyPr/>
          <a:lstStyle>
            <a:lvl1pPr>
              <a:defRPr sz="1247"/>
            </a:lvl1pPr>
            <a:lvl2pPr>
              <a:defRPr sz="1091"/>
            </a:lvl2pPr>
            <a:lvl3pPr>
              <a:defRPr sz="936"/>
            </a:lvl3pPr>
            <a:lvl4pPr>
              <a:defRPr sz="780"/>
            </a:lvl4pPr>
            <a:lvl5pPr>
              <a:defRPr sz="780"/>
            </a:lvl5pPr>
            <a:lvl6pPr>
              <a:defRPr sz="780"/>
            </a:lvl6pPr>
            <a:lvl7pPr>
              <a:defRPr sz="780"/>
            </a:lvl7pPr>
            <a:lvl8pPr>
              <a:defRPr sz="780"/>
            </a:lvl8pPr>
            <a:lvl9pPr>
              <a:defRPr sz="78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5485" y="2267902"/>
            <a:ext cx="1149463" cy="4201570"/>
          </a:xfrm>
        </p:spPr>
        <p:txBody>
          <a:bodyPr/>
          <a:lstStyle>
            <a:lvl1pPr marL="0" indent="0">
              <a:buNone/>
              <a:defRPr sz="624"/>
            </a:lvl1pPr>
            <a:lvl2pPr marL="178217" indent="0">
              <a:buNone/>
              <a:defRPr sz="546"/>
            </a:lvl2pPr>
            <a:lvl3pPr marL="356433" indent="0">
              <a:buNone/>
              <a:defRPr sz="468"/>
            </a:lvl3pPr>
            <a:lvl4pPr marL="534650" indent="0">
              <a:buNone/>
              <a:defRPr sz="390"/>
            </a:lvl4pPr>
            <a:lvl5pPr marL="712866" indent="0">
              <a:buNone/>
              <a:defRPr sz="390"/>
            </a:lvl5pPr>
            <a:lvl6pPr marL="891083" indent="0">
              <a:buNone/>
              <a:defRPr sz="390"/>
            </a:lvl6pPr>
            <a:lvl7pPr marL="1069299" indent="0">
              <a:buNone/>
              <a:defRPr sz="390"/>
            </a:lvl7pPr>
            <a:lvl8pPr marL="1247516" indent="0">
              <a:buNone/>
              <a:defRPr sz="390"/>
            </a:lvl8pPr>
            <a:lvl9pPr marL="1425732" indent="0">
              <a:buNone/>
              <a:defRPr sz="39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86B56-65C5-4392-8019-9657A8ABB339}" type="datetimeFigureOut">
              <a:rPr lang="de-DE" smtClean="0"/>
              <a:t>28.08.2026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34BE2-AD8D-44C5-8F3B-517F2A772C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2051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485" y="503978"/>
            <a:ext cx="1149463" cy="1763924"/>
          </a:xfrm>
        </p:spPr>
        <p:txBody>
          <a:bodyPr anchor="b"/>
          <a:lstStyle>
            <a:lvl1pPr>
              <a:defRPr sz="1247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15138" y="1088455"/>
            <a:ext cx="1804244" cy="5372269"/>
          </a:xfrm>
        </p:spPr>
        <p:txBody>
          <a:bodyPr anchor="t"/>
          <a:lstStyle>
            <a:lvl1pPr marL="0" indent="0">
              <a:buNone/>
              <a:defRPr sz="1247"/>
            </a:lvl1pPr>
            <a:lvl2pPr marL="178217" indent="0">
              <a:buNone/>
              <a:defRPr sz="1091"/>
            </a:lvl2pPr>
            <a:lvl3pPr marL="356433" indent="0">
              <a:buNone/>
              <a:defRPr sz="936"/>
            </a:lvl3pPr>
            <a:lvl4pPr marL="534650" indent="0">
              <a:buNone/>
              <a:defRPr sz="780"/>
            </a:lvl4pPr>
            <a:lvl5pPr marL="712866" indent="0">
              <a:buNone/>
              <a:defRPr sz="780"/>
            </a:lvl5pPr>
            <a:lvl6pPr marL="891083" indent="0">
              <a:buNone/>
              <a:defRPr sz="780"/>
            </a:lvl6pPr>
            <a:lvl7pPr marL="1069299" indent="0">
              <a:buNone/>
              <a:defRPr sz="780"/>
            </a:lvl7pPr>
            <a:lvl8pPr marL="1247516" indent="0">
              <a:buNone/>
              <a:defRPr sz="780"/>
            </a:lvl8pPr>
            <a:lvl9pPr marL="1425732" indent="0">
              <a:buNone/>
              <a:defRPr sz="78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5485" y="2267902"/>
            <a:ext cx="1149463" cy="4201570"/>
          </a:xfrm>
        </p:spPr>
        <p:txBody>
          <a:bodyPr/>
          <a:lstStyle>
            <a:lvl1pPr marL="0" indent="0">
              <a:buNone/>
              <a:defRPr sz="624"/>
            </a:lvl1pPr>
            <a:lvl2pPr marL="178217" indent="0">
              <a:buNone/>
              <a:defRPr sz="546"/>
            </a:lvl2pPr>
            <a:lvl3pPr marL="356433" indent="0">
              <a:buNone/>
              <a:defRPr sz="468"/>
            </a:lvl3pPr>
            <a:lvl4pPr marL="534650" indent="0">
              <a:buNone/>
              <a:defRPr sz="390"/>
            </a:lvl4pPr>
            <a:lvl5pPr marL="712866" indent="0">
              <a:buNone/>
              <a:defRPr sz="390"/>
            </a:lvl5pPr>
            <a:lvl6pPr marL="891083" indent="0">
              <a:buNone/>
              <a:defRPr sz="390"/>
            </a:lvl6pPr>
            <a:lvl7pPr marL="1069299" indent="0">
              <a:buNone/>
              <a:defRPr sz="390"/>
            </a:lvl7pPr>
            <a:lvl8pPr marL="1247516" indent="0">
              <a:buNone/>
              <a:defRPr sz="390"/>
            </a:lvl8pPr>
            <a:lvl9pPr marL="1425732" indent="0">
              <a:buNone/>
              <a:defRPr sz="39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86B56-65C5-4392-8019-9657A8ABB339}" type="datetimeFigureOut">
              <a:rPr lang="de-DE" smtClean="0"/>
              <a:t>28.08.2026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34BE2-AD8D-44C5-8F3B-517F2A772C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3088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86B56-65C5-4392-8019-9657A8ABB339}" type="datetimeFigureOut">
              <a:rPr lang="de-DE" smtClean="0"/>
              <a:t>28.08.2026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34BE2-AD8D-44C5-8F3B-517F2A772C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8354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50443" y="402483"/>
            <a:ext cx="768474" cy="6406475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5021" y="402483"/>
            <a:ext cx="2260873" cy="6406475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86B56-65C5-4392-8019-9657A8ABB339}" type="datetimeFigureOut">
              <a:rPr lang="de-DE" smtClean="0"/>
              <a:t>28.08.2026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34BE2-AD8D-44C5-8F3B-517F2A772C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72387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5021" y="402484"/>
            <a:ext cx="3073897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021" y="2012414"/>
            <a:ext cx="3073897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5021" y="7006700"/>
            <a:ext cx="801886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6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986B56-65C5-4392-8019-9657A8ABB339}" type="datetimeFigureOut">
              <a:rPr lang="de-DE" smtClean="0"/>
              <a:t>28.08.2026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80555" y="7006700"/>
            <a:ext cx="1202829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6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17031" y="7006700"/>
            <a:ext cx="801886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6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534BE2-AD8D-44C5-8F3B-517F2A772C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9729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56433" rtl="0" eaLnBrk="1" latinLnBrk="0" hangingPunct="1">
        <a:lnSpc>
          <a:spcPct val="90000"/>
        </a:lnSpc>
        <a:spcBef>
          <a:spcPct val="0"/>
        </a:spcBef>
        <a:buNone/>
        <a:defRPr sz="1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9108" indent="-89108" algn="l" defTabSz="356433" rtl="0" eaLnBrk="1" latinLnBrk="0" hangingPunct="1">
        <a:lnSpc>
          <a:spcPct val="90000"/>
        </a:lnSpc>
        <a:spcBef>
          <a:spcPts val="390"/>
        </a:spcBef>
        <a:buFont typeface="Arial" panose="020B0604020202020204" pitchFamily="34" charset="0"/>
        <a:buChar char="•"/>
        <a:defRPr sz="1091" kern="1200">
          <a:solidFill>
            <a:schemeClr val="tx1"/>
          </a:solidFill>
          <a:latin typeface="+mn-lt"/>
          <a:ea typeface="+mn-ea"/>
          <a:cs typeface="+mn-cs"/>
        </a:defRPr>
      </a:lvl1pPr>
      <a:lvl2pPr marL="267325" indent="-89108" algn="l" defTabSz="356433" rtl="0" eaLnBrk="1" latinLnBrk="0" hangingPunct="1">
        <a:lnSpc>
          <a:spcPct val="90000"/>
        </a:lnSpc>
        <a:spcBef>
          <a:spcPts val="195"/>
        </a:spcBef>
        <a:buFont typeface="Arial" panose="020B0604020202020204" pitchFamily="34" charset="0"/>
        <a:buChar char="•"/>
        <a:defRPr sz="936" kern="1200">
          <a:solidFill>
            <a:schemeClr val="tx1"/>
          </a:solidFill>
          <a:latin typeface="+mn-lt"/>
          <a:ea typeface="+mn-ea"/>
          <a:cs typeface="+mn-cs"/>
        </a:defRPr>
      </a:lvl2pPr>
      <a:lvl3pPr marL="445541" indent="-89108" algn="l" defTabSz="356433" rtl="0" eaLnBrk="1" latinLnBrk="0" hangingPunct="1">
        <a:lnSpc>
          <a:spcPct val="90000"/>
        </a:lnSpc>
        <a:spcBef>
          <a:spcPts val="195"/>
        </a:spcBef>
        <a:buFont typeface="Arial" panose="020B0604020202020204" pitchFamily="34" charset="0"/>
        <a:buChar char="•"/>
        <a:defRPr sz="780" kern="1200">
          <a:solidFill>
            <a:schemeClr val="tx1"/>
          </a:solidFill>
          <a:latin typeface="+mn-lt"/>
          <a:ea typeface="+mn-ea"/>
          <a:cs typeface="+mn-cs"/>
        </a:defRPr>
      </a:lvl3pPr>
      <a:lvl4pPr marL="623758" indent="-89108" algn="l" defTabSz="356433" rtl="0" eaLnBrk="1" latinLnBrk="0" hangingPunct="1">
        <a:lnSpc>
          <a:spcPct val="90000"/>
        </a:lnSpc>
        <a:spcBef>
          <a:spcPts val="195"/>
        </a:spcBef>
        <a:buFont typeface="Arial" panose="020B0604020202020204" pitchFamily="34" charset="0"/>
        <a:buChar char="•"/>
        <a:defRPr sz="702" kern="1200">
          <a:solidFill>
            <a:schemeClr val="tx1"/>
          </a:solidFill>
          <a:latin typeface="+mn-lt"/>
          <a:ea typeface="+mn-ea"/>
          <a:cs typeface="+mn-cs"/>
        </a:defRPr>
      </a:lvl4pPr>
      <a:lvl5pPr marL="801975" indent="-89108" algn="l" defTabSz="356433" rtl="0" eaLnBrk="1" latinLnBrk="0" hangingPunct="1">
        <a:lnSpc>
          <a:spcPct val="90000"/>
        </a:lnSpc>
        <a:spcBef>
          <a:spcPts val="195"/>
        </a:spcBef>
        <a:buFont typeface="Arial" panose="020B0604020202020204" pitchFamily="34" charset="0"/>
        <a:buChar char="•"/>
        <a:defRPr sz="702" kern="1200">
          <a:solidFill>
            <a:schemeClr val="tx1"/>
          </a:solidFill>
          <a:latin typeface="+mn-lt"/>
          <a:ea typeface="+mn-ea"/>
          <a:cs typeface="+mn-cs"/>
        </a:defRPr>
      </a:lvl5pPr>
      <a:lvl6pPr marL="980191" indent="-89108" algn="l" defTabSz="356433" rtl="0" eaLnBrk="1" latinLnBrk="0" hangingPunct="1">
        <a:lnSpc>
          <a:spcPct val="90000"/>
        </a:lnSpc>
        <a:spcBef>
          <a:spcPts val="195"/>
        </a:spcBef>
        <a:buFont typeface="Arial" panose="020B0604020202020204" pitchFamily="34" charset="0"/>
        <a:buChar char="•"/>
        <a:defRPr sz="702" kern="1200">
          <a:solidFill>
            <a:schemeClr val="tx1"/>
          </a:solidFill>
          <a:latin typeface="+mn-lt"/>
          <a:ea typeface="+mn-ea"/>
          <a:cs typeface="+mn-cs"/>
        </a:defRPr>
      </a:lvl6pPr>
      <a:lvl7pPr marL="1158408" indent="-89108" algn="l" defTabSz="356433" rtl="0" eaLnBrk="1" latinLnBrk="0" hangingPunct="1">
        <a:lnSpc>
          <a:spcPct val="90000"/>
        </a:lnSpc>
        <a:spcBef>
          <a:spcPts val="195"/>
        </a:spcBef>
        <a:buFont typeface="Arial" panose="020B0604020202020204" pitchFamily="34" charset="0"/>
        <a:buChar char="•"/>
        <a:defRPr sz="702" kern="1200">
          <a:solidFill>
            <a:schemeClr val="tx1"/>
          </a:solidFill>
          <a:latin typeface="+mn-lt"/>
          <a:ea typeface="+mn-ea"/>
          <a:cs typeface="+mn-cs"/>
        </a:defRPr>
      </a:lvl7pPr>
      <a:lvl8pPr marL="1336624" indent="-89108" algn="l" defTabSz="356433" rtl="0" eaLnBrk="1" latinLnBrk="0" hangingPunct="1">
        <a:lnSpc>
          <a:spcPct val="90000"/>
        </a:lnSpc>
        <a:spcBef>
          <a:spcPts val="195"/>
        </a:spcBef>
        <a:buFont typeface="Arial" panose="020B0604020202020204" pitchFamily="34" charset="0"/>
        <a:buChar char="•"/>
        <a:defRPr sz="702" kern="1200">
          <a:solidFill>
            <a:schemeClr val="tx1"/>
          </a:solidFill>
          <a:latin typeface="+mn-lt"/>
          <a:ea typeface="+mn-ea"/>
          <a:cs typeface="+mn-cs"/>
        </a:defRPr>
      </a:lvl8pPr>
      <a:lvl9pPr marL="1514841" indent="-89108" algn="l" defTabSz="356433" rtl="0" eaLnBrk="1" latinLnBrk="0" hangingPunct="1">
        <a:lnSpc>
          <a:spcPct val="90000"/>
        </a:lnSpc>
        <a:spcBef>
          <a:spcPts val="195"/>
        </a:spcBef>
        <a:buFont typeface="Arial" panose="020B0604020202020204" pitchFamily="34" charset="0"/>
        <a:buChar char="•"/>
        <a:defRPr sz="70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56433" rtl="0" eaLnBrk="1" latinLnBrk="0" hangingPunct="1">
        <a:defRPr sz="702" kern="1200">
          <a:solidFill>
            <a:schemeClr val="tx1"/>
          </a:solidFill>
          <a:latin typeface="+mn-lt"/>
          <a:ea typeface="+mn-ea"/>
          <a:cs typeface="+mn-cs"/>
        </a:defRPr>
      </a:lvl1pPr>
      <a:lvl2pPr marL="178217" algn="l" defTabSz="356433" rtl="0" eaLnBrk="1" latinLnBrk="0" hangingPunct="1">
        <a:defRPr sz="702" kern="1200">
          <a:solidFill>
            <a:schemeClr val="tx1"/>
          </a:solidFill>
          <a:latin typeface="+mn-lt"/>
          <a:ea typeface="+mn-ea"/>
          <a:cs typeface="+mn-cs"/>
        </a:defRPr>
      </a:lvl2pPr>
      <a:lvl3pPr marL="356433" algn="l" defTabSz="356433" rtl="0" eaLnBrk="1" latinLnBrk="0" hangingPunct="1">
        <a:defRPr sz="702" kern="1200">
          <a:solidFill>
            <a:schemeClr val="tx1"/>
          </a:solidFill>
          <a:latin typeface="+mn-lt"/>
          <a:ea typeface="+mn-ea"/>
          <a:cs typeface="+mn-cs"/>
        </a:defRPr>
      </a:lvl3pPr>
      <a:lvl4pPr marL="534650" algn="l" defTabSz="356433" rtl="0" eaLnBrk="1" latinLnBrk="0" hangingPunct="1">
        <a:defRPr sz="702" kern="1200">
          <a:solidFill>
            <a:schemeClr val="tx1"/>
          </a:solidFill>
          <a:latin typeface="+mn-lt"/>
          <a:ea typeface="+mn-ea"/>
          <a:cs typeface="+mn-cs"/>
        </a:defRPr>
      </a:lvl4pPr>
      <a:lvl5pPr marL="712866" algn="l" defTabSz="356433" rtl="0" eaLnBrk="1" latinLnBrk="0" hangingPunct="1">
        <a:defRPr sz="702" kern="1200">
          <a:solidFill>
            <a:schemeClr val="tx1"/>
          </a:solidFill>
          <a:latin typeface="+mn-lt"/>
          <a:ea typeface="+mn-ea"/>
          <a:cs typeface="+mn-cs"/>
        </a:defRPr>
      </a:lvl5pPr>
      <a:lvl6pPr marL="891083" algn="l" defTabSz="356433" rtl="0" eaLnBrk="1" latinLnBrk="0" hangingPunct="1">
        <a:defRPr sz="702" kern="1200">
          <a:solidFill>
            <a:schemeClr val="tx1"/>
          </a:solidFill>
          <a:latin typeface="+mn-lt"/>
          <a:ea typeface="+mn-ea"/>
          <a:cs typeface="+mn-cs"/>
        </a:defRPr>
      </a:lvl6pPr>
      <a:lvl7pPr marL="1069299" algn="l" defTabSz="356433" rtl="0" eaLnBrk="1" latinLnBrk="0" hangingPunct="1">
        <a:defRPr sz="702" kern="1200">
          <a:solidFill>
            <a:schemeClr val="tx1"/>
          </a:solidFill>
          <a:latin typeface="+mn-lt"/>
          <a:ea typeface="+mn-ea"/>
          <a:cs typeface="+mn-cs"/>
        </a:defRPr>
      </a:lvl7pPr>
      <a:lvl8pPr marL="1247516" algn="l" defTabSz="356433" rtl="0" eaLnBrk="1" latinLnBrk="0" hangingPunct="1">
        <a:defRPr sz="702" kern="1200">
          <a:solidFill>
            <a:schemeClr val="tx1"/>
          </a:solidFill>
          <a:latin typeface="+mn-lt"/>
          <a:ea typeface="+mn-ea"/>
          <a:cs typeface="+mn-cs"/>
        </a:defRPr>
      </a:lvl8pPr>
      <a:lvl9pPr marL="1425732" algn="l" defTabSz="356433" rtl="0" eaLnBrk="1" latinLnBrk="0" hangingPunct="1">
        <a:defRPr sz="70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tif"/><Relationship Id="rId4" Type="http://schemas.openxmlformats.org/officeDocument/2006/relationships/image" Target="../media/image3.t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t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rafik 26">
            <a:extLst>
              <a:ext uri="{FF2B5EF4-FFF2-40B4-BE49-F238E27FC236}">
                <a16:creationId xmlns:a16="http://schemas.microsoft.com/office/drawing/2014/main" id="{269B753D-A917-2587-1B41-A830C8D12F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089" b="24885"/>
          <a:stretch/>
        </p:blipFill>
        <p:spPr>
          <a:xfrm>
            <a:off x="0" y="895527"/>
            <a:ext cx="3563938" cy="1581481"/>
          </a:xfrm>
          <a:prstGeom prst="rect">
            <a:avLst/>
          </a:prstGeom>
        </p:spPr>
      </p:pic>
      <p:sp>
        <p:nvSpPr>
          <p:cNvPr id="5" name="Rechteck 41">
            <a:extLst>
              <a:ext uri="{FF2B5EF4-FFF2-40B4-BE49-F238E27FC236}">
                <a16:creationId xmlns:a16="http://schemas.microsoft.com/office/drawing/2014/main" id="{158202C8-E168-C47B-03A8-B618790C2297}"/>
              </a:ext>
            </a:extLst>
          </p:cNvPr>
          <p:cNvSpPr/>
          <p:nvPr/>
        </p:nvSpPr>
        <p:spPr>
          <a:xfrm>
            <a:off x="-6757" y="7093970"/>
            <a:ext cx="3585005" cy="465703"/>
          </a:xfrm>
          <a:prstGeom prst="rect">
            <a:avLst/>
          </a:prstGeom>
          <a:solidFill>
            <a:srgbClr val="0A112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7" name="Rechteck 5">
            <a:extLst>
              <a:ext uri="{FF2B5EF4-FFF2-40B4-BE49-F238E27FC236}">
                <a16:creationId xmlns:a16="http://schemas.microsoft.com/office/drawing/2014/main" id="{CFF9EEBE-5E8A-CF77-6C8F-1184DDDC46DB}"/>
              </a:ext>
            </a:extLst>
          </p:cNvPr>
          <p:cNvSpPr/>
          <p:nvPr/>
        </p:nvSpPr>
        <p:spPr>
          <a:xfrm>
            <a:off x="-21067" y="6847100"/>
            <a:ext cx="3585005" cy="265404"/>
          </a:xfrm>
          <a:prstGeom prst="rect">
            <a:avLst/>
          </a:prstGeom>
          <a:solidFill>
            <a:srgbClr val="80DEEA"/>
          </a:solidFill>
          <a:ln cap="flat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8" name="Rechteck 30">
            <a:extLst>
              <a:ext uri="{FF2B5EF4-FFF2-40B4-BE49-F238E27FC236}">
                <a16:creationId xmlns:a16="http://schemas.microsoft.com/office/drawing/2014/main" id="{C68678E4-A77E-5168-9255-0041388EA32E}"/>
              </a:ext>
            </a:extLst>
          </p:cNvPr>
          <p:cNvSpPr/>
          <p:nvPr/>
        </p:nvSpPr>
        <p:spPr>
          <a:xfrm>
            <a:off x="-6757" y="-1257"/>
            <a:ext cx="3585005" cy="902405"/>
          </a:xfrm>
          <a:prstGeom prst="rect">
            <a:avLst/>
          </a:prstGeom>
          <a:solidFill>
            <a:srgbClr val="0A112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cxnSp>
        <p:nvCxnSpPr>
          <p:cNvPr id="11" name="Gerader Verbinder 50">
            <a:extLst>
              <a:ext uri="{FF2B5EF4-FFF2-40B4-BE49-F238E27FC236}">
                <a16:creationId xmlns:a16="http://schemas.microsoft.com/office/drawing/2014/main" id="{4185C5B2-A036-AD63-BEC4-6201F6ECFE22}"/>
              </a:ext>
            </a:extLst>
          </p:cNvPr>
          <p:cNvCxnSpPr/>
          <p:nvPr/>
        </p:nvCxnSpPr>
        <p:spPr>
          <a:xfrm>
            <a:off x="125336" y="3195777"/>
            <a:ext cx="3259306" cy="0"/>
          </a:xfrm>
          <a:prstGeom prst="straightConnector1">
            <a:avLst/>
          </a:prstGeom>
          <a:noFill/>
          <a:ln w="19046" cap="flat">
            <a:solidFill>
              <a:srgbClr val="80DEEA"/>
            </a:solidFill>
            <a:prstDash val="solid"/>
            <a:miter/>
          </a:ln>
        </p:spPr>
      </p:cxnSp>
      <p:sp>
        <p:nvSpPr>
          <p:cNvPr id="12" name="Textfeld 51">
            <a:extLst>
              <a:ext uri="{FF2B5EF4-FFF2-40B4-BE49-F238E27FC236}">
                <a16:creationId xmlns:a16="http://schemas.microsoft.com/office/drawing/2014/main" id="{DD68EEFC-9C00-F3E9-CC23-484C86AFDA78}"/>
              </a:ext>
            </a:extLst>
          </p:cNvPr>
          <p:cNvSpPr txBox="1"/>
          <p:nvPr/>
        </p:nvSpPr>
        <p:spPr>
          <a:xfrm>
            <a:off x="49303" y="2499192"/>
            <a:ext cx="3363127" cy="61555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1700" b="0" i="0" u="none" strike="noStrike" kern="1200" cap="none" spc="0" baseline="0" dirty="0">
                <a:solidFill>
                  <a:srgbClr val="595959"/>
                </a:solidFill>
                <a:uFillTx/>
                <a:latin typeface="Segoe UI Semilight" pitchFamily="34"/>
                <a:cs typeface="Segoe UI Semilight" pitchFamily="34"/>
              </a:rPr>
              <a:t>GIVE YOUR PEER REVIEW TO THE JOURNALS THAT GIVE BACK</a:t>
            </a:r>
            <a:endParaRPr lang="de-DE" sz="1700" b="1" i="0" u="none" strike="noStrike" kern="1200" cap="none" spc="0" baseline="0" dirty="0">
              <a:solidFill>
                <a:schemeClr val="accent3">
                  <a:lumMod val="75000"/>
                </a:schemeClr>
              </a:solidFill>
              <a:uFillTx/>
              <a:latin typeface="Segoe UI Semilight" pitchFamily="34"/>
              <a:cs typeface="Segoe UI Semilight" pitchFamily="34"/>
            </a:endParaRPr>
          </a:p>
        </p:txBody>
      </p:sp>
      <p:sp>
        <p:nvSpPr>
          <p:cNvPr id="17" name="Rechteck 3">
            <a:extLst>
              <a:ext uri="{FF2B5EF4-FFF2-40B4-BE49-F238E27FC236}">
                <a16:creationId xmlns:a16="http://schemas.microsoft.com/office/drawing/2014/main" id="{C7673543-AE9A-5EFF-A1DA-BE776F5E98E4}"/>
              </a:ext>
            </a:extLst>
          </p:cNvPr>
          <p:cNvSpPr/>
          <p:nvPr/>
        </p:nvSpPr>
        <p:spPr>
          <a:xfrm>
            <a:off x="-6757" y="1160834"/>
            <a:ext cx="3242326" cy="1151668"/>
          </a:xfrm>
          <a:prstGeom prst="rect">
            <a:avLst/>
          </a:prstGeom>
          <a:solidFill>
            <a:srgbClr val="FFFFFF">
              <a:alpha val="84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8" name="Textfeld 38">
            <a:extLst>
              <a:ext uri="{FF2B5EF4-FFF2-40B4-BE49-F238E27FC236}">
                <a16:creationId xmlns:a16="http://schemas.microsoft.com/office/drawing/2014/main" id="{FE5E5CCC-F30D-F08B-1070-6DF5E223A072}"/>
              </a:ext>
            </a:extLst>
          </p:cNvPr>
          <p:cNvSpPr txBox="1"/>
          <p:nvPr/>
        </p:nvSpPr>
        <p:spPr>
          <a:xfrm>
            <a:off x="59932" y="1157757"/>
            <a:ext cx="3352499" cy="83099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i="0" u="none" strike="noStrike" kern="1200" cap="none" spc="0" baseline="0" dirty="0">
                <a:solidFill>
                  <a:srgbClr val="0A1128"/>
                </a:solidFill>
                <a:uFillTx/>
                <a:latin typeface="Segoe UI Semilight" pitchFamily="34"/>
                <a:cs typeface="Segoe UI Semilight" pitchFamily="34"/>
              </a:rPr>
              <a:t>FOR RESEARCHERS NOT FOR PUBLISHERS</a:t>
            </a:r>
            <a:endParaRPr lang="en-US" sz="1200" b="1" i="0" u="none" strike="noStrike" kern="1200" cap="none" spc="0" baseline="0" dirty="0">
              <a:solidFill>
                <a:srgbClr val="0A1128"/>
              </a:solidFill>
              <a:uFillTx/>
              <a:latin typeface="Segoe UI Semilight" pitchFamily="34"/>
              <a:cs typeface="Segoe UI Semilight" pitchFamily="34"/>
            </a:endParaRPr>
          </a:p>
        </p:txBody>
      </p:sp>
      <p:sp>
        <p:nvSpPr>
          <p:cNvPr id="19" name="Textfeld 53">
            <a:extLst>
              <a:ext uri="{FF2B5EF4-FFF2-40B4-BE49-F238E27FC236}">
                <a16:creationId xmlns:a16="http://schemas.microsoft.com/office/drawing/2014/main" id="{86AF84B5-EB0E-CA25-37AA-DC152BE5858A}"/>
              </a:ext>
            </a:extLst>
          </p:cNvPr>
          <p:cNvSpPr txBox="1"/>
          <p:nvPr/>
        </p:nvSpPr>
        <p:spPr>
          <a:xfrm>
            <a:off x="685260" y="3391274"/>
            <a:ext cx="2907965" cy="314445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 dirty="0">
                <a:solidFill>
                  <a:srgbClr val="595959"/>
                </a:solidFill>
                <a:uFillTx/>
                <a:latin typeface="Segoe UI Semilight" pitchFamily="34"/>
                <a:cs typeface="Segoe UI Semilight" pitchFamily="34"/>
              </a:rPr>
              <a:t>We need to spend money more responsibly</a:t>
            </a:r>
          </a:p>
          <a:p>
            <a:pPr marL="0" marR="0" lvl="0" indent="0" algn="l" defTabSz="457200" rtl="0" fontAlgn="auto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1" i="0" u="none" strike="noStrike" kern="1200" cap="none" spc="0" baseline="0" dirty="0">
              <a:solidFill>
                <a:srgbClr val="595959"/>
              </a:solidFill>
              <a:uFillTx/>
              <a:latin typeface="Segoe UI Semilight" pitchFamily="34"/>
              <a:cs typeface="Segoe UI Semilight" pitchFamily="34"/>
            </a:endParaRPr>
          </a:p>
          <a:p>
            <a:pPr marL="0" marR="0" lvl="0" indent="0" algn="l" defTabSz="457200" rtl="0" fontAlgn="auto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 dirty="0">
                <a:solidFill>
                  <a:srgbClr val="595959"/>
                </a:solidFill>
                <a:uFillTx/>
                <a:latin typeface="Segoe UI Semilight" pitchFamily="34"/>
                <a:cs typeface="Segoe UI Semilight" pitchFamily="34"/>
              </a:rPr>
              <a:t>&gt; 1 billion USD </a:t>
            </a:r>
            <a:r>
              <a:rPr lang="en-US" sz="1400" i="0" u="none" strike="noStrike" kern="1200" cap="none" spc="0" baseline="0" dirty="0">
                <a:solidFill>
                  <a:srgbClr val="595959"/>
                </a:solidFill>
                <a:uFillTx/>
                <a:latin typeface="Segoe UI Semilight" pitchFamily="34"/>
                <a:cs typeface="Segoe UI Semilight" pitchFamily="34"/>
              </a:rPr>
              <a:t>in working time have been spent on peer review for commercial journals in 2020 in the US</a:t>
            </a:r>
          </a:p>
          <a:p>
            <a:pPr marL="0" marR="0" lvl="0" indent="0" algn="l" defTabSz="457200" rtl="0" fontAlgn="auto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 dirty="0">
              <a:solidFill>
                <a:srgbClr val="595959"/>
              </a:solidFill>
              <a:uFillTx/>
              <a:latin typeface="Segoe UI Semilight" pitchFamily="34"/>
              <a:cs typeface="Segoe UI Semilight" pitchFamily="34"/>
            </a:endParaRPr>
          </a:p>
          <a:p>
            <a:pPr marL="0" marR="0" lvl="0" indent="0" algn="l" defTabSz="457200" rtl="0" fontAlgn="auto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 dirty="0">
                <a:solidFill>
                  <a:srgbClr val="595959"/>
                </a:solidFill>
                <a:uFillTx/>
                <a:latin typeface="Segoe UI Semilight" pitchFamily="34"/>
                <a:cs typeface="Segoe UI Semilight" pitchFamily="34"/>
              </a:rPr>
              <a:t>&gt; 15 billion USD </a:t>
            </a:r>
            <a:r>
              <a:rPr lang="en-US" sz="1400" dirty="0">
                <a:solidFill>
                  <a:srgbClr val="595959"/>
                </a:solidFill>
                <a:latin typeface="Segoe UI Semilight" pitchFamily="34"/>
                <a:cs typeface="Segoe UI Semilight" pitchFamily="34"/>
              </a:rPr>
              <a:t>is the estimated global spending on academic journal publishing between 2019 and 2025</a:t>
            </a:r>
            <a:endParaRPr lang="en-US" sz="1400" b="0" i="0" u="none" strike="noStrike" kern="1200" cap="none" spc="0" baseline="0" dirty="0">
              <a:solidFill>
                <a:srgbClr val="595959"/>
              </a:solidFill>
              <a:uFillTx/>
              <a:latin typeface="Segoe UI Semilight" pitchFamily="34"/>
              <a:cs typeface="Segoe UI Semilight" pitchFamily="34"/>
            </a:endParaRPr>
          </a:p>
          <a:p>
            <a:pPr marL="0" marR="0" lvl="0" indent="0" algn="l" defTabSz="457200" rtl="0" fontAlgn="auto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 dirty="0">
              <a:solidFill>
                <a:srgbClr val="595959"/>
              </a:solidFill>
              <a:uFillTx/>
              <a:latin typeface="Segoe UI Semilight" pitchFamily="34"/>
              <a:cs typeface="Segoe UI Semilight" pitchFamily="34"/>
            </a:endParaRPr>
          </a:p>
          <a:p>
            <a:pPr marL="0" marR="0" lvl="0" indent="0" algn="l" defTabSz="457200" rtl="0" fontAlgn="auto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 dirty="0">
                <a:solidFill>
                  <a:srgbClr val="595959"/>
                </a:solidFill>
                <a:uFillTx/>
                <a:latin typeface="Segoe UI Semilight" pitchFamily="34"/>
                <a:cs typeface="Segoe UI Semilight" pitchFamily="34"/>
              </a:rPr>
              <a:t>&gt; 30% profit margins </a:t>
            </a:r>
            <a:r>
              <a:rPr lang="en-US" sz="1400" i="0" u="none" strike="noStrike" kern="1200" cap="none" spc="0" baseline="0" dirty="0">
                <a:solidFill>
                  <a:srgbClr val="595959"/>
                </a:solidFill>
                <a:uFillTx/>
                <a:latin typeface="Segoe UI Semilight" pitchFamily="34"/>
                <a:cs typeface="Segoe UI Semilight" pitchFamily="34"/>
              </a:rPr>
              <a:t>at the large commercial research publishers</a:t>
            </a:r>
            <a:endParaRPr lang="en-US" sz="1400" b="0" i="0" u="none" strike="noStrike" kern="1200" cap="none" spc="0" baseline="0" dirty="0">
              <a:solidFill>
                <a:srgbClr val="595959"/>
              </a:solidFill>
              <a:uFillTx/>
              <a:latin typeface="Segoe UI Semilight" pitchFamily="34"/>
              <a:cs typeface="Segoe UI Semilight" pitchFamily="34"/>
            </a:endParaRPr>
          </a:p>
          <a:p>
            <a:pPr marL="0" marR="0" lvl="0" indent="0" algn="l" defTabSz="457200" rtl="0" fontAlgn="auto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 dirty="0">
              <a:solidFill>
                <a:srgbClr val="595959"/>
              </a:solidFill>
              <a:uFillTx/>
              <a:latin typeface="Segoe UI Semilight" pitchFamily="34"/>
              <a:cs typeface="Segoe UI Semilight" pitchFamily="34"/>
            </a:endParaRPr>
          </a:p>
          <a:p>
            <a:pPr marL="0" marR="0" lvl="0" indent="0" algn="l" defTabSz="457200" rtl="0" fontAlgn="auto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200" b="1" i="0" u="none" strike="noStrike" kern="1200" cap="none" spc="0" baseline="0" dirty="0">
              <a:solidFill>
                <a:srgbClr val="595959"/>
              </a:solidFill>
              <a:uFillTx/>
              <a:latin typeface="Segoe UI Semilight" pitchFamily="34"/>
              <a:cs typeface="Segoe UI Semilight" pitchFamily="34"/>
            </a:endParaRPr>
          </a:p>
        </p:txBody>
      </p:sp>
      <p:grpSp>
        <p:nvGrpSpPr>
          <p:cNvPr id="20" name="Gruppieren 43">
            <a:extLst>
              <a:ext uri="{FF2B5EF4-FFF2-40B4-BE49-F238E27FC236}">
                <a16:creationId xmlns:a16="http://schemas.microsoft.com/office/drawing/2014/main" id="{79EC2131-EF41-13BC-56C5-E133F5391EE1}"/>
              </a:ext>
            </a:extLst>
          </p:cNvPr>
          <p:cNvGrpSpPr/>
          <p:nvPr/>
        </p:nvGrpSpPr>
        <p:grpSpPr>
          <a:xfrm>
            <a:off x="2293351" y="7147471"/>
            <a:ext cx="1244032" cy="369253"/>
            <a:chOff x="2293351" y="7147471"/>
            <a:chExt cx="1244032" cy="369253"/>
          </a:xfrm>
        </p:grpSpPr>
        <p:sp>
          <p:nvSpPr>
            <p:cNvPr id="22" name="Sehne 20">
              <a:extLst>
                <a:ext uri="{FF2B5EF4-FFF2-40B4-BE49-F238E27FC236}">
                  <a16:creationId xmlns:a16="http://schemas.microsoft.com/office/drawing/2014/main" id="{C84E9675-40F4-173F-D454-0F83EAC66C25}"/>
                </a:ext>
              </a:extLst>
            </p:cNvPr>
            <p:cNvSpPr/>
            <p:nvPr/>
          </p:nvSpPr>
          <p:spPr>
            <a:xfrm>
              <a:off x="2293351" y="7147654"/>
              <a:ext cx="381972" cy="36907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*/ 5419351 1 1725033"/>
                <a:gd name="f8" fmla="+- 0 0 1"/>
                <a:gd name="f9" fmla="val 357"/>
                <a:gd name="f10" fmla="val 183"/>
                <a:gd name="f11" fmla="+- 0 0 -177"/>
                <a:gd name="f12" fmla="+- 0 0 -363"/>
                <a:gd name="f13" fmla="+- 0 0 -90"/>
                <a:gd name="f14" fmla="abs f3"/>
                <a:gd name="f15" fmla="abs f4"/>
                <a:gd name="f16" fmla="abs f5"/>
                <a:gd name="f17" fmla="+- 2700000 f1 0"/>
                <a:gd name="f18" fmla="+- 0 0 f9"/>
                <a:gd name="f19" fmla="+- 0 0 f10"/>
                <a:gd name="f20" fmla="*/ f11 f0 1"/>
                <a:gd name="f21" fmla="*/ f12 f0 1"/>
                <a:gd name="f22" fmla="*/ f13 f0 1"/>
                <a:gd name="f23" fmla="?: f14 f3 1"/>
                <a:gd name="f24" fmla="?: f15 f4 1"/>
                <a:gd name="f25" fmla="?: f16 f5 1"/>
                <a:gd name="f26" fmla="*/ f18 f0 1"/>
                <a:gd name="f27" fmla="*/ f19 f0 1"/>
                <a:gd name="f28" fmla="+- f17 0 f1"/>
                <a:gd name="f29" fmla="*/ f20 1 f2"/>
                <a:gd name="f30" fmla="*/ f21 1 f2"/>
                <a:gd name="f31" fmla="*/ f22 1 f2"/>
                <a:gd name="f32" fmla="*/ f23 1 21600"/>
                <a:gd name="f33" fmla="*/ f24 1 21600"/>
                <a:gd name="f34" fmla="*/ 21600 f23 1"/>
                <a:gd name="f35" fmla="*/ 21600 f24 1"/>
                <a:gd name="f36" fmla="*/ f26 1 f2"/>
                <a:gd name="f37" fmla="*/ f27 1 f2"/>
                <a:gd name="f38" fmla="+- f28 f1 0"/>
                <a:gd name="f39" fmla="+- f29 0 f1"/>
                <a:gd name="f40" fmla="+- f30 0 f1"/>
                <a:gd name="f41" fmla="+- f31 0 f1"/>
                <a:gd name="f42" fmla="min f33 f32"/>
                <a:gd name="f43" fmla="*/ f34 1 f25"/>
                <a:gd name="f44" fmla="*/ f35 1 f25"/>
                <a:gd name="f45" fmla="+- f36 0 f1"/>
                <a:gd name="f46" fmla="+- f37 0 f1"/>
                <a:gd name="f47" fmla="*/ f38 f7 1"/>
                <a:gd name="f48" fmla="val f43"/>
                <a:gd name="f49" fmla="val f44"/>
                <a:gd name="f50" fmla="+- 0 0 f45"/>
                <a:gd name="f51" fmla="+- 0 0 f46"/>
                <a:gd name="f52" fmla="*/ f47 1 f0"/>
                <a:gd name="f53" fmla="+- f49 0 f6"/>
                <a:gd name="f54" fmla="+- f48 0 f6"/>
                <a:gd name="f55" fmla="+- f51 0 f50"/>
                <a:gd name="f56" fmla="+- f50 f1 0"/>
                <a:gd name="f57" fmla="+- f51 f1 0"/>
                <a:gd name="f58" fmla="+- 0 0 f52"/>
                <a:gd name="f59" fmla="*/ f53 1 2"/>
                <a:gd name="f60" fmla="*/ f54 1 2"/>
                <a:gd name="f61" fmla="+- f55 21600000 0"/>
                <a:gd name="f62" fmla="+- 0 0 f58"/>
                <a:gd name="f63" fmla="*/ f56 f7 1"/>
                <a:gd name="f64" fmla="*/ f57 f7 1"/>
                <a:gd name="f65" fmla="+- f6 f59 0"/>
                <a:gd name="f66" fmla="+- f6 f60 0"/>
                <a:gd name="f67" fmla="?: f55 f55 f61"/>
                <a:gd name="f68" fmla="*/ f62 f0 1"/>
                <a:gd name="f69" fmla="*/ f63 1 f0"/>
                <a:gd name="f70" fmla="*/ f64 1 f0"/>
                <a:gd name="f71" fmla="*/ f60 f42 1"/>
                <a:gd name="f72" fmla="*/ f59 f42 1"/>
                <a:gd name="f73" fmla="*/ f68 1 f7"/>
                <a:gd name="f74" fmla="+- 0 0 f69"/>
                <a:gd name="f75" fmla="+- 0 0 f70"/>
                <a:gd name="f76" fmla="+- f73 0 f1"/>
                <a:gd name="f77" fmla="+- 0 0 f74"/>
                <a:gd name="f78" fmla="+- 0 0 f75"/>
                <a:gd name="f79" fmla="cos 1 f76"/>
                <a:gd name="f80" fmla="sin 1 f76"/>
                <a:gd name="f81" fmla="*/ f77 f0 1"/>
                <a:gd name="f82" fmla="*/ f78 f0 1"/>
                <a:gd name="f83" fmla="+- 0 0 f79"/>
                <a:gd name="f84" fmla="+- 0 0 f80"/>
                <a:gd name="f85" fmla="*/ f81 1 f7"/>
                <a:gd name="f86" fmla="*/ f82 1 f7"/>
                <a:gd name="f87" fmla="+- 0 0 f83"/>
                <a:gd name="f88" fmla="+- 0 0 f84"/>
                <a:gd name="f89" fmla="+- f85 0 f1"/>
                <a:gd name="f90" fmla="+- f86 0 f1"/>
                <a:gd name="f91" fmla="val f87"/>
                <a:gd name="f92" fmla="val f88"/>
                <a:gd name="f93" fmla="sin 1 f89"/>
                <a:gd name="f94" fmla="cos 1 f89"/>
                <a:gd name="f95" fmla="sin 1 f90"/>
                <a:gd name="f96" fmla="cos 1 f90"/>
                <a:gd name="f97" fmla="+- 0 0 f93"/>
                <a:gd name="f98" fmla="+- 0 0 f94"/>
                <a:gd name="f99" fmla="+- 0 0 f95"/>
                <a:gd name="f100" fmla="+- 0 0 f96"/>
                <a:gd name="f101" fmla="*/ f91 f60 1"/>
                <a:gd name="f102" fmla="*/ f92 f59 1"/>
                <a:gd name="f103" fmla="+- 0 0 f97"/>
                <a:gd name="f104" fmla="+- 0 0 f98"/>
                <a:gd name="f105" fmla="+- 0 0 f99"/>
                <a:gd name="f106" fmla="+- 0 0 f100"/>
                <a:gd name="f107" fmla="+- f66 0 f101"/>
                <a:gd name="f108" fmla="+- f66 f101 0"/>
                <a:gd name="f109" fmla="+- f65 0 f102"/>
                <a:gd name="f110" fmla="+- f65 f102 0"/>
                <a:gd name="f111" fmla="val f103"/>
                <a:gd name="f112" fmla="val f104"/>
                <a:gd name="f113" fmla="val f105"/>
                <a:gd name="f114" fmla="val f106"/>
                <a:gd name="f115" fmla="*/ f107 f42 1"/>
                <a:gd name="f116" fmla="*/ f109 f42 1"/>
                <a:gd name="f117" fmla="*/ f108 f42 1"/>
                <a:gd name="f118" fmla="*/ f110 f42 1"/>
                <a:gd name="f119" fmla="*/ f111 f60 1"/>
                <a:gd name="f120" fmla="*/ f112 f59 1"/>
                <a:gd name="f121" fmla="*/ f113 f60 1"/>
                <a:gd name="f122" fmla="*/ f114 f59 1"/>
                <a:gd name="f123" fmla="+- 0 0 f120"/>
                <a:gd name="f124" fmla="+- 0 0 f119"/>
                <a:gd name="f125" fmla="+- 0 0 f122"/>
                <a:gd name="f126" fmla="+- 0 0 f121"/>
                <a:gd name="f127" fmla="+- 0 0 f123"/>
                <a:gd name="f128" fmla="+- 0 0 f124"/>
                <a:gd name="f129" fmla="+- 0 0 f125"/>
                <a:gd name="f130" fmla="+- 0 0 f126"/>
                <a:gd name="f131" fmla="at2 f127 f128"/>
                <a:gd name="f132" fmla="at2 f129 f130"/>
                <a:gd name="f133" fmla="+- f131 f1 0"/>
                <a:gd name="f134" fmla="+- f132 f1 0"/>
                <a:gd name="f135" fmla="*/ f133 f7 1"/>
                <a:gd name="f136" fmla="*/ f134 f7 1"/>
                <a:gd name="f137" fmla="*/ f135 1 f0"/>
                <a:gd name="f138" fmla="*/ f136 1 f0"/>
                <a:gd name="f139" fmla="+- 0 0 f137"/>
                <a:gd name="f140" fmla="+- 0 0 f138"/>
                <a:gd name="f141" fmla="val f139"/>
                <a:gd name="f142" fmla="val f140"/>
                <a:gd name="f143" fmla="+- 0 0 f141"/>
                <a:gd name="f144" fmla="+- 0 0 f142"/>
                <a:gd name="f145" fmla="*/ f143 f0 1"/>
                <a:gd name="f146" fmla="*/ f144 f0 1"/>
                <a:gd name="f147" fmla="*/ f145 1 f7"/>
                <a:gd name="f148" fmla="*/ f146 1 f7"/>
                <a:gd name="f149" fmla="+- f147 0 f1"/>
                <a:gd name="f150" fmla="+- f148 0 f1"/>
                <a:gd name="f151" fmla="+- f149 f1 0"/>
                <a:gd name="f152" fmla="+- f150 f1 0"/>
                <a:gd name="f153" fmla="*/ f151 f7 1"/>
                <a:gd name="f154" fmla="*/ f152 f7 1"/>
                <a:gd name="f155" fmla="*/ f153 1 f0"/>
                <a:gd name="f156" fmla="*/ f154 1 f0"/>
                <a:gd name="f157" fmla="+- 0 0 f155"/>
                <a:gd name="f158" fmla="+- 0 0 f156"/>
                <a:gd name="f159" fmla="+- 0 0 f157"/>
                <a:gd name="f160" fmla="+- 0 0 f158"/>
                <a:gd name="f161" fmla="*/ f159 f0 1"/>
                <a:gd name="f162" fmla="*/ f160 f0 1"/>
                <a:gd name="f163" fmla="*/ f161 1 f7"/>
                <a:gd name="f164" fmla="*/ f162 1 f7"/>
                <a:gd name="f165" fmla="+- f163 0 f1"/>
                <a:gd name="f166" fmla="+- f164 0 f1"/>
                <a:gd name="f167" fmla="cos 1 f165"/>
                <a:gd name="f168" fmla="sin 1 f165"/>
                <a:gd name="f169" fmla="cos 1 f166"/>
                <a:gd name="f170" fmla="sin 1 f166"/>
                <a:gd name="f171" fmla="+- 0 0 f167"/>
                <a:gd name="f172" fmla="+- 0 0 f168"/>
                <a:gd name="f173" fmla="+- 0 0 f169"/>
                <a:gd name="f174" fmla="+- 0 0 f170"/>
                <a:gd name="f175" fmla="+- 0 0 f171"/>
                <a:gd name="f176" fmla="+- 0 0 f172"/>
                <a:gd name="f177" fmla="+- 0 0 f173"/>
                <a:gd name="f178" fmla="+- 0 0 f174"/>
                <a:gd name="f179" fmla="val f175"/>
                <a:gd name="f180" fmla="val f176"/>
                <a:gd name="f181" fmla="val f177"/>
                <a:gd name="f182" fmla="val f178"/>
                <a:gd name="f183" fmla="+- 0 0 f179"/>
                <a:gd name="f184" fmla="+- 0 0 f180"/>
                <a:gd name="f185" fmla="+- 0 0 f181"/>
                <a:gd name="f186" fmla="+- 0 0 f182"/>
                <a:gd name="f187" fmla="*/ f8 f183 1"/>
                <a:gd name="f188" fmla="*/ f8 f184 1"/>
                <a:gd name="f189" fmla="*/ f8 f185 1"/>
                <a:gd name="f190" fmla="*/ f8 f186 1"/>
                <a:gd name="f191" fmla="*/ f187 f60 1"/>
                <a:gd name="f192" fmla="*/ f188 f59 1"/>
                <a:gd name="f193" fmla="*/ f189 f60 1"/>
                <a:gd name="f194" fmla="*/ f190 f59 1"/>
                <a:gd name="f195" fmla="+- f66 f191 0"/>
                <a:gd name="f196" fmla="+- f65 f192 0"/>
                <a:gd name="f197" fmla="+- f66 f193 0"/>
                <a:gd name="f198" fmla="+- f65 f194 0"/>
                <a:gd name="f199" fmla="+- f195 f197 0"/>
                <a:gd name="f200" fmla="+- f196 f198 0"/>
                <a:gd name="f201" fmla="*/ f195 f42 1"/>
                <a:gd name="f202" fmla="*/ f196 f42 1"/>
                <a:gd name="f203" fmla="*/ f197 f42 1"/>
                <a:gd name="f204" fmla="*/ f198 f42 1"/>
                <a:gd name="f205" fmla="*/ f199 1 2"/>
                <a:gd name="f206" fmla="*/ f200 1 2"/>
                <a:gd name="f207" fmla="*/ f205 f42 1"/>
                <a:gd name="f208" fmla="*/ f206 f4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9">
                  <a:pos x="f201" y="f202"/>
                </a:cxn>
                <a:cxn ang="f40">
                  <a:pos x="f203" y="f204"/>
                </a:cxn>
                <a:cxn ang="f41">
                  <a:pos x="f207" y="f208"/>
                </a:cxn>
              </a:cxnLst>
              <a:rect l="f115" t="f116" r="f117" b="f118"/>
              <a:pathLst>
                <a:path>
                  <a:moveTo>
                    <a:pt x="f201" y="f202"/>
                  </a:moveTo>
                  <a:arcTo wR="f71" hR="f72" stAng="f50" swAng="f67"/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621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sp>
          <p:nvSpPr>
            <p:cNvPr id="24" name="Rechteck 23">
              <a:extLst>
                <a:ext uri="{FF2B5EF4-FFF2-40B4-BE49-F238E27FC236}">
                  <a16:creationId xmlns:a16="http://schemas.microsoft.com/office/drawing/2014/main" id="{E07B0651-C033-4A4B-A35E-C8629C04506F}"/>
                </a:ext>
              </a:extLst>
            </p:cNvPr>
            <p:cNvSpPr/>
            <p:nvPr/>
          </p:nvSpPr>
          <p:spPr>
            <a:xfrm>
              <a:off x="2488859" y="7147471"/>
              <a:ext cx="1048524" cy="369243"/>
            </a:xfrm>
            <a:prstGeom prst="rect">
              <a:avLst/>
            </a:pr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621" b="0" i="0" u="none" strike="noStrike" kern="1200" cap="none" spc="0" baseline="0" dirty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pic>
          <p:nvPicPr>
            <p:cNvPr id="25" name="Grafik 29">
              <a:extLst>
                <a:ext uri="{FF2B5EF4-FFF2-40B4-BE49-F238E27FC236}">
                  <a16:creationId xmlns:a16="http://schemas.microsoft.com/office/drawing/2014/main" id="{9E6B975F-8224-51F0-F3EE-237669A3D2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98590" y="7177134"/>
              <a:ext cx="977072" cy="327693"/>
            </a:xfrm>
            <a:prstGeom prst="rect">
              <a:avLst/>
            </a:prstGeom>
            <a:noFill/>
            <a:ln cap="flat">
              <a:noFill/>
            </a:ln>
          </p:spPr>
        </p:pic>
      </p:grpSp>
      <p:sp>
        <p:nvSpPr>
          <p:cNvPr id="26" name="Flussdiagramm: Verbinder 11">
            <a:extLst>
              <a:ext uri="{FF2B5EF4-FFF2-40B4-BE49-F238E27FC236}">
                <a16:creationId xmlns:a16="http://schemas.microsoft.com/office/drawing/2014/main" id="{56CAFCFC-76ED-1A43-BAE5-5AC3E57D24D8}"/>
              </a:ext>
            </a:extLst>
          </p:cNvPr>
          <p:cNvSpPr/>
          <p:nvPr/>
        </p:nvSpPr>
        <p:spPr>
          <a:xfrm>
            <a:off x="1211927" y="6378580"/>
            <a:ext cx="1140092" cy="1140092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80DEE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3" name="Grafik 2" descr="Ein Bild, das Text, Schrift, Screenshot, Reihe enthält.&#10;&#10;KI-generierte Inhalte können fehlerhaft sein.">
            <a:extLst>
              <a:ext uri="{FF2B5EF4-FFF2-40B4-BE49-F238E27FC236}">
                <a16:creationId xmlns:a16="http://schemas.microsoft.com/office/drawing/2014/main" id="{BEE29EB7-1F14-FEE0-B760-F076F79E0A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000" y="252000"/>
            <a:ext cx="1620000" cy="448031"/>
          </a:xfrm>
          <a:prstGeom prst="rect">
            <a:avLst/>
          </a:prstGeom>
        </p:spPr>
      </p:pic>
      <p:pic>
        <p:nvPicPr>
          <p:cNvPr id="29" name="Grafik 28" descr="Ein Bild, das Schrift, Grafiken, Typografie, Text enthält.&#10;&#10;KI-generierte Inhalte können fehlerhaft sein.">
            <a:extLst>
              <a:ext uri="{FF2B5EF4-FFF2-40B4-BE49-F238E27FC236}">
                <a16:creationId xmlns:a16="http://schemas.microsoft.com/office/drawing/2014/main" id="{39C59AB0-E9B1-B2EB-EF99-879E543617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000" y="7308000"/>
            <a:ext cx="792000" cy="117975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4207BBBA-08DD-8739-AB7D-55B87EDB90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98018" y="6373938"/>
            <a:ext cx="1169322" cy="1122550"/>
          </a:xfrm>
          <a:prstGeom prst="rect">
            <a:avLst/>
          </a:prstGeom>
        </p:spPr>
      </p:pic>
      <p:sp>
        <p:nvSpPr>
          <p:cNvPr id="31" name="Gleichschenkliges Dreieck 30">
            <a:extLst>
              <a:ext uri="{FF2B5EF4-FFF2-40B4-BE49-F238E27FC236}">
                <a16:creationId xmlns:a16="http://schemas.microsoft.com/office/drawing/2014/main" id="{0F48E15A-B683-9E0F-7A85-8D80B4704469}"/>
              </a:ext>
            </a:extLst>
          </p:cNvPr>
          <p:cNvSpPr/>
          <p:nvPr/>
        </p:nvSpPr>
        <p:spPr>
          <a:xfrm rot="10800000">
            <a:off x="125336" y="3952222"/>
            <a:ext cx="390611" cy="336733"/>
          </a:xfrm>
          <a:prstGeom prst="triangle">
            <a:avLst/>
          </a:prstGeom>
          <a:solidFill>
            <a:srgbClr val="0A1128"/>
          </a:solidFill>
          <a:ln>
            <a:solidFill>
              <a:srgbClr val="80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4EF4551A-2079-D8DC-6332-72294F151503}"/>
              </a:ext>
            </a:extLst>
          </p:cNvPr>
          <p:cNvSpPr txBox="1"/>
          <p:nvPr/>
        </p:nvSpPr>
        <p:spPr>
          <a:xfrm>
            <a:off x="194645" y="3917072"/>
            <a:ext cx="251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80DEEA"/>
                </a:solidFill>
              </a:rPr>
              <a:t>!</a:t>
            </a:r>
          </a:p>
        </p:txBody>
      </p:sp>
      <p:sp>
        <p:nvSpPr>
          <p:cNvPr id="38" name="Gleichschenkliges Dreieck 37">
            <a:extLst>
              <a:ext uri="{FF2B5EF4-FFF2-40B4-BE49-F238E27FC236}">
                <a16:creationId xmlns:a16="http://schemas.microsoft.com/office/drawing/2014/main" id="{8193DD61-49AC-9AF8-3427-BCF14CD45A2B}"/>
              </a:ext>
            </a:extLst>
          </p:cNvPr>
          <p:cNvSpPr/>
          <p:nvPr/>
        </p:nvSpPr>
        <p:spPr>
          <a:xfrm rot="10800000">
            <a:off x="125336" y="4835498"/>
            <a:ext cx="390611" cy="336733"/>
          </a:xfrm>
          <a:prstGeom prst="triangle">
            <a:avLst/>
          </a:prstGeom>
          <a:solidFill>
            <a:srgbClr val="0A1128"/>
          </a:solidFill>
          <a:ln>
            <a:solidFill>
              <a:srgbClr val="80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015A2B8A-C7BF-22E4-FA87-5345282CBAAF}"/>
              </a:ext>
            </a:extLst>
          </p:cNvPr>
          <p:cNvSpPr txBox="1"/>
          <p:nvPr/>
        </p:nvSpPr>
        <p:spPr>
          <a:xfrm>
            <a:off x="194645" y="4800348"/>
            <a:ext cx="251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80DEEA"/>
                </a:solidFill>
              </a:rPr>
              <a:t>!</a:t>
            </a:r>
          </a:p>
        </p:txBody>
      </p:sp>
      <p:sp>
        <p:nvSpPr>
          <p:cNvPr id="41" name="Gleichschenkliges Dreieck 40">
            <a:extLst>
              <a:ext uri="{FF2B5EF4-FFF2-40B4-BE49-F238E27FC236}">
                <a16:creationId xmlns:a16="http://schemas.microsoft.com/office/drawing/2014/main" id="{C9BBD782-DD00-DEFD-7D34-5B6780862B71}"/>
              </a:ext>
            </a:extLst>
          </p:cNvPr>
          <p:cNvSpPr/>
          <p:nvPr/>
        </p:nvSpPr>
        <p:spPr>
          <a:xfrm rot="10800000">
            <a:off x="125336" y="5721407"/>
            <a:ext cx="390611" cy="336733"/>
          </a:xfrm>
          <a:prstGeom prst="triangle">
            <a:avLst/>
          </a:prstGeom>
          <a:solidFill>
            <a:srgbClr val="0A1128"/>
          </a:solidFill>
          <a:ln>
            <a:solidFill>
              <a:srgbClr val="80DE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025597E3-5DB0-C054-F418-3288C0CF9099}"/>
              </a:ext>
            </a:extLst>
          </p:cNvPr>
          <p:cNvSpPr txBox="1"/>
          <p:nvPr/>
        </p:nvSpPr>
        <p:spPr>
          <a:xfrm>
            <a:off x="194645" y="5686257"/>
            <a:ext cx="251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80DEEA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584258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A684B-3EE0-2185-E73D-7A297E6EA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14">
            <a:extLst>
              <a:ext uri="{FF2B5EF4-FFF2-40B4-BE49-F238E27FC236}">
                <a16:creationId xmlns:a16="http://schemas.microsoft.com/office/drawing/2014/main" id="{72C18BF2-D138-7804-C448-8330A515A9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995" b="16994"/>
          <a:stretch/>
        </p:blipFill>
        <p:spPr>
          <a:xfrm>
            <a:off x="0" y="732438"/>
            <a:ext cx="3563938" cy="1708953"/>
          </a:xfrm>
          <a:prstGeom prst="rect">
            <a:avLst/>
          </a:prstGeom>
        </p:spPr>
      </p:pic>
      <p:sp>
        <p:nvSpPr>
          <p:cNvPr id="2" name="Rechteck 30">
            <a:extLst>
              <a:ext uri="{FF2B5EF4-FFF2-40B4-BE49-F238E27FC236}">
                <a16:creationId xmlns:a16="http://schemas.microsoft.com/office/drawing/2014/main" id="{4D953986-A665-277A-C2B9-5205F6D58EA2}"/>
              </a:ext>
            </a:extLst>
          </p:cNvPr>
          <p:cNvSpPr/>
          <p:nvPr/>
        </p:nvSpPr>
        <p:spPr>
          <a:xfrm>
            <a:off x="-6757" y="-1257"/>
            <a:ext cx="3585005" cy="738795"/>
          </a:xfrm>
          <a:prstGeom prst="rect">
            <a:avLst/>
          </a:prstGeom>
          <a:solidFill>
            <a:srgbClr val="0A112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5" name="Rechteck 10">
            <a:extLst>
              <a:ext uri="{FF2B5EF4-FFF2-40B4-BE49-F238E27FC236}">
                <a16:creationId xmlns:a16="http://schemas.microsoft.com/office/drawing/2014/main" id="{4627E031-43D9-BFA5-3955-AE028088AE23}"/>
              </a:ext>
            </a:extLst>
          </p:cNvPr>
          <p:cNvSpPr/>
          <p:nvPr/>
        </p:nvSpPr>
        <p:spPr>
          <a:xfrm>
            <a:off x="-1043" y="3132982"/>
            <a:ext cx="3602086" cy="3827290"/>
          </a:xfrm>
          <a:prstGeom prst="rect">
            <a:avLst/>
          </a:prstGeom>
          <a:solidFill>
            <a:srgbClr val="80DEEA">
              <a:alpha val="6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00" b="1" i="0" u="none" strike="noStrike" kern="1200" cap="none" spc="0" baseline="0" dirty="0">
              <a:solidFill>
                <a:srgbClr val="000000"/>
              </a:solidFill>
              <a:uFillTx/>
              <a:latin typeface="Aptos"/>
              <a:cs typeface="Segoe UI Semilight" pitchFamily="34"/>
            </a:endParaRP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00" b="1" i="0" u="none" strike="noStrike" kern="1200" cap="none" spc="0" baseline="0" dirty="0">
              <a:solidFill>
                <a:srgbClr val="000000"/>
              </a:solidFill>
              <a:uFillTx/>
              <a:latin typeface="Aptos"/>
              <a:cs typeface="Segoe UI Semilight" pitchFamily="34"/>
            </a:endParaRP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00" b="1" i="0" u="none" strike="noStrike" kern="1200" cap="none" spc="0" baseline="0" dirty="0">
              <a:solidFill>
                <a:srgbClr val="000000"/>
              </a:solidFill>
              <a:uFillTx/>
              <a:latin typeface="Aptos"/>
              <a:cs typeface="Segoe UI Semilight" pitchFamily="34"/>
            </a:endParaRP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00" b="1" i="0" u="none" strike="noStrike" kern="1200" cap="none" spc="0" baseline="0" dirty="0">
              <a:solidFill>
                <a:srgbClr val="000000"/>
              </a:solidFill>
              <a:uFillTx/>
              <a:latin typeface="Aptos"/>
              <a:cs typeface="Segoe UI Semilight" pitchFamily="34"/>
            </a:endParaRP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00" b="1" i="0" u="none" strike="noStrike" kern="1200" cap="none" spc="0" baseline="0" dirty="0">
              <a:solidFill>
                <a:srgbClr val="000000"/>
              </a:solidFill>
              <a:uFillTx/>
              <a:latin typeface="Aptos"/>
              <a:cs typeface="Segoe UI Semilight" pitchFamily="34"/>
            </a:endParaRP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00" b="1" i="0" u="none" strike="noStrike" kern="1200" cap="none" spc="0" baseline="0" dirty="0">
              <a:solidFill>
                <a:srgbClr val="000000"/>
              </a:solidFill>
              <a:uFillTx/>
              <a:latin typeface="Aptos"/>
              <a:cs typeface="Segoe UI Semilight" pitchFamily="34"/>
            </a:endParaRP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00" b="1" i="0" u="none" strike="noStrike" kern="1200" cap="none" spc="0" baseline="0" dirty="0">
              <a:solidFill>
                <a:srgbClr val="000000"/>
              </a:solidFill>
              <a:uFillTx/>
              <a:latin typeface="Aptos"/>
              <a:cs typeface="Segoe UI Semilight" pitchFamily="34"/>
            </a:endParaRPr>
          </a:p>
        </p:txBody>
      </p:sp>
      <p:sp>
        <p:nvSpPr>
          <p:cNvPr id="11" name="Textfeld 51">
            <a:extLst>
              <a:ext uri="{FF2B5EF4-FFF2-40B4-BE49-F238E27FC236}">
                <a16:creationId xmlns:a16="http://schemas.microsoft.com/office/drawing/2014/main" id="{B3F8115F-C2A4-5EC0-5B93-D1F2063BE3A5}"/>
              </a:ext>
            </a:extLst>
          </p:cNvPr>
          <p:cNvSpPr txBox="1"/>
          <p:nvPr/>
        </p:nvSpPr>
        <p:spPr>
          <a:xfrm>
            <a:off x="1" y="108229"/>
            <a:ext cx="3563936" cy="33855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1600" b="0" i="0" u="none" strike="noStrike" kern="1200" cap="none" spc="0" baseline="0" dirty="0" err="1">
                <a:solidFill>
                  <a:schemeClr val="bg1"/>
                </a:solidFill>
                <a:uFillTx/>
                <a:latin typeface="Segoe UI Semilight" pitchFamily="34"/>
                <a:cs typeface="Segoe UI Semilight" pitchFamily="34"/>
              </a:rPr>
              <a:t>What</a:t>
            </a:r>
            <a:r>
              <a:rPr lang="de-DE" sz="1600" b="0" i="0" u="none" strike="noStrike" kern="1200" cap="none" spc="0" baseline="0" dirty="0">
                <a:solidFill>
                  <a:schemeClr val="bg1"/>
                </a:solidFill>
                <a:uFillTx/>
                <a:latin typeface="Segoe UI Semilight" pitchFamily="34"/>
                <a:cs typeface="Segoe UI Semilight" pitchFamily="34"/>
              </a:rPr>
              <a:t> </a:t>
            </a:r>
            <a:r>
              <a:rPr lang="de-DE" sz="1600" b="0" i="0" u="none" strike="noStrike" kern="1200" cap="none" spc="0" baseline="0" dirty="0" err="1">
                <a:solidFill>
                  <a:schemeClr val="bg1"/>
                </a:solidFill>
                <a:uFillTx/>
                <a:latin typeface="Segoe UI Semilight" pitchFamily="34"/>
                <a:cs typeface="Segoe UI Semilight" pitchFamily="34"/>
              </a:rPr>
              <a:t>problems</a:t>
            </a:r>
            <a:r>
              <a:rPr lang="de-DE" sz="1600" b="0" i="0" u="none" strike="noStrike" kern="1200" cap="none" spc="0" baseline="0" dirty="0">
                <a:solidFill>
                  <a:schemeClr val="bg1"/>
                </a:solidFill>
                <a:uFillTx/>
                <a:latin typeface="Segoe UI Semilight" pitchFamily="34"/>
                <a:cs typeface="Segoe UI Semilight" pitchFamily="34"/>
              </a:rPr>
              <a:t> </a:t>
            </a:r>
            <a:r>
              <a:rPr lang="de-DE" sz="1600" b="0" i="0" u="none" strike="noStrike" kern="1200" cap="none" spc="0" baseline="0" dirty="0" err="1">
                <a:solidFill>
                  <a:schemeClr val="bg1"/>
                </a:solidFill>
                <a:uFillTx/>
                <a:latin typeface="Segoe UI Semilight" pitchFamily="34"/>
                <a:cs typeface="Segoe UI Semilight" pitchFamily="34"/>
              </a:rPr>
              <a:t>does</a:t>
            </a:r>
            <a:r>
              <a:rPr lang="de-DE" sz="1600" b="0" i="0" u="none" strike="noStrike" kern="1200" cap="none" spc="0" baseline="0" dirty="0">
                <a:solidFill>
                  <a:schemeClr val="bg1"/>
                </a:solidFill>
                <a:uFillTx/>
                <a:latin typeface="Segoe UI Semilight" pitchFamily="34"/>
                <a:cs typeface="Segoe UI Semilight" pitchFamily="34"/>
              </a:rPr>
              <a:t> DOA </a:t>
            </a:r>
            <a:r>
              <a:rPr lang="de-DE" sz="1600" b="0" i="0" u="none" strike="noStrike" kern="1200" cap="none" spc="0" baseline="0" dirty="0" err="1">
                <a:solidFill>
                  <a:schemeClr val="bg1"/>
                </a:solidFill>
                <a:uFillTx/>
                <a:latin typeface="Segoe UI Semilight" pitchFamily="34"/>
                <a:cs typeface="Segoe UI Semilight" pitchFamily="34"/>
              </a:rPr>
              <a:t>solve</a:t>
            </a:r>
            <a:r>
              <a:rPr lang="de-DE" sz="1600" b="0" i="0" u="none" strike="noStrike" kern="1200" cap="none" spc="0" baseline="0" dirty="0">
                <a:solidFill>
                  <a:schemeClr val="bg1"/>
                </a:solidFill>
                <a:uFillTx/>
                <a:latin typeface="Segoe UI Semilight" pitchFamily="34"/>
                <a:cs typeface="Segoe UI Semilight" pitchFamily="34"/>
              </a:rPr>
              <a:t>?</a:t>
            </a:r>
          </a:p>
        </p:txBody>
      </p:sp>
      <p:cxnSp>
        <p:nvCxnSpPr>
          <p:cNvPr id="12" name="Gerader Verbinder 1">
            <a:extLst>
              <a:ext uri="{FF2B5EF4-FFF2-40B4-BE49-F238E27FC236}">
                <a16:creationId xmlns:a16="http://schemas.microsoft.com/office/drawing/2014/main" id="{4AEE4B91-7B7D-DF59-B3DD-05776307CD06}"/>
              </a:ext>
            </a:extLst>
          </p:cNvPr>
          <p:cNvCxnSpPr/>
          <p:nvPr/>
        </p:nvCxnSpPr>
        <p:spPr>
          <a:xfrm>
            <a:off x="72000" y="540000"/>
            <a:ext cx="3383097" cy="0"/>
          </a:xfrm>
          <a:prstGeom prst="straightConnector1">
            <a:avLst/>
          </a:prstGeom>
          <a:noFill/>
          <a:ln w="19046" cap="flat">
            <a:solidFill>
              <a:srgbClr val="80DEEA"/>
            </a:solidFill>
            <a:prstDash val="solid"/>
            <a:miter/>
          </a:ln>
        </p:spPr>
      </p:cxnSp>
      <p:sp>
        <p:nvSpPr>
          <p:cNvPr id="13" name="Textfeld 53">
            <a:extLst>
              <a:ext uri="{FF2B5EF4-FFF2-40B4-BE49-F238E27FC236}">
                <a16:creationId xmlns:a16="http://schemas.microsoft.com/office/drawing/2014/main" id="{437CC303-AF48-A96A-A7CE-A815E9B55749}"/>
              </a:ext>
            </a:extLst>
          </p:cNvPr>
          <p:cNvSpPr txBox="1"/>
          <p:nvPr/>
        </p:nvSpPr>
        <p:spPr>
          <a:xfrm>
            <a:off x="255034" y="3156589"/>
            <a:ext cx="3325444" cy="124649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171450" marR="0" lvl="0" indent="-171450" algn="l" defTabSz="457200" rtl="0" fontAlgn="auto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dirty="0">
                <a:solidFill>
                  <a:srgbClr val="595959"/>
                </a:solidFill>
                <a:latin typeface="Segoe UI Semilight" pitchFamily="34"/>
                <a:cs typeface="Segoe UI Semilight" pitchFamily="34"/>
              </a:rPr>
              <a:t>Free to read</a:t>
            </a:r>
          </a:p>
          <a:p>
            <a:pPr marL="171450" marR="0" lvl="0" indent="-171450" algn="l" defTabSz="457200" rtl="0" fontAlgn="auto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dirty="0">
              <a:solidFill>
                <a:srgbClr val="595959"/>
              </a:solidFill>
              <a:latin typeface="Segoe UI Semilight" pitchFamily="34"/>
              <a:cs typeface="Segoe UI Semilight" pitchFamily="34"/>
            </a:endParaRPr>
          </a:p>
          <a:p>
            <a:pPr marL="171450" marR="0" lvl="0" indent="-171450" algn="l" defTabSz="457200" rtl="0" fontAlgn="auto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dirty="0">
                <a:solidFill>
                  <a:srgbClr val="595959"/>
                </a:solidFill>
                <a:latin typeface="Segoe UI Semilight" pitchFamily="34"/>
                <a:cs typeface="Segoe UI Semilight" pitchFamily="34"/>
              </a:rPr>
              <a:t>Free to publish</a:t>
            </a:r>
          </a:p>
          <a:p>
            <a:pPr marL="171450" marR="0" lvl="0" indent="-171450" algn="l" defTabSz="457200" rtl="0" fontAlgn="auto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dirty="0">
              <a:solidFill>
                <a:srgbClr val="595959"/>
              </a:solidFill>
              <a:latin typeface="Segoe UI Semilight" pitchFamily="34"/>
              <a:cs typeface="Segoe UI Semilight" pitchFamily="34"/>
            </a:endParaRPr>
          </a:p>
          <a:p>
            <a:pPr marL="171450" marR="0" lvl="0" indent="-171450" algn="l" defTabSz="457200" rtl="0" fontAlgn="auto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dirty="0">
                <a:solidFill>
                  <a:srgbClr val="595959"/>
                </a:solidFill>
                <a:latin typeface="Segoe UI Semilight" pitchFamily="34"/>
                <a:cs typeface="Segoe UI Semilight" pitchFamily="34"/>
              </a:rPr>
              <a:t>Authors retain the rights to their research</a:t>
            </a:r>
          </a:p>
        </p:txBody>
      </p:sp>
      <p:sp>
        <p:nvSpPr>
          <p:cNvPr id="16" name="Rechteck 2">
            <a:extLst>
              <a:ext uri="{FF2B5EF4-FFF2-40B4-BE49-F238E27FC236}">
                <a16:creationId xmlns:a16="http://schemas.microsoft.com/office/drawing/2014/main" id="{356F8596-C8FB-2AC1-0B77-1DD48C1E28F2}"/>
              </a:ext>
            </a:extLst>
          </p:cNvPr>
          <p:cNvSpPr/>
          <p:nvPr/>
        </p:nvSpPr>
        <p:spPr>
          <a:xfrm>
            <a:off x="-26791" y="2734094"/>
            <a:ext cx="3611541" cy="407072"/>
          </a:xfrm>
          <a:prstGeom prst="rect">
            <a:avLst/>
          </a:prstGeom>
          <a:solidFill>
            <a:srgbClr val="80DEEA">
              <a:alpha val="96863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i="0" u="none" strike="noStrike" kern="1200" cap="none" spc="0" baseline="0" dirty="0">
                <a:uFillTx/>
                <a:latin typeface="Aptos"/>
              </a:rPr>
              <a:t>In Diamond Open Access (DOA), </a:t>
            </a:r>
            <a:r>
              <a:rPr lang="en-US" sz="1200" b="1" i="0" u="none" strike="noStrike" kern="1200" cap="none" spc="0" baseline="0" dirty="0">
                <a:uFillTx/>
                <a:latin typeface="Aptos"/>
              </a:rPr>
              <a:t>researchers are responsible for publishing</a:t>
            </a:r>
            <a:endParaRPr lang="en-US" sz="1200" b="1" i="1" u="none" strike="noStrike" kern="1200" cap="none" spc="0" baseline="0" dirty="0">
              <a:solidFill>
                <a:srgbClr val="595959"/>
              </a:solidFill>
              <a:uFillTx/>
              <a:latin typeface="Segoe UI Semilight" pitchFamily="34"/>
              <a:cs typeface="Segoe UI Semilight" pitchFamily="34"/>
            </a:endParaRPr>
          </a:p>
        </p:txBody>
      </p: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60E877C1-3D87-DA30-46DF-B0DA5B0DC1AB}"/>
              </a:ext>
            </a:extLst>
          </p:cNvPr>
          <p:cNvGrpSpPr/>
          <p:nvPr/>
        </p:nvGrpSpPr>
        <p:grpSpPr>
          <a:xfrm>
            <a:off x="255034" y="739486"/>
            <a:ext cx="1864646" cy="1708953"/>
            <a:chOff x="504922" y="692191"/>
            <a:chExt cx="1055894" cy="1326392"/>
          </a:xfrm>
          <a:solidFill>
            <a:srgbClr val="80DEEA">
              <a:alpha val="60000"/>
            </a:srgbClr>
          </a:solidFill>
        </p:grpSpPr>
        <p:sp>
          <p:nvSpPr>
            <p:cNvPr id="8" name="Rechteck 26">
              <a:extLst>
                <a:ext uri="{FF2B5EF4-FFF2-40B4-BE49-F238E27FC236}">
                  <a16:creationId xmlns:a16="http://schemas.microsoft.com/office/drawing/2014/main" id="{08A6A8FE-A748-35BC-BEC8-F5C59D77166C}"/>
                </a:ext>
              </a:extLst>
            </p:cNvPr>
            <p:cNvSpPr/>
            <p:nvPr/>
          </p:nvSpPr>
          <p:spPr>
            <a:xfrm>
              <a:off x="504922" y="692191"/>
              <a:ext cx="1055894" cy="1326392"/>
            </a:xfrm>
            <a:prstGeom prst="rect">
              <a:avLst/>
            </a:prstGeom>
            <a:grpFill/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de-DE" sz="1300" b="1" dirty="0">
                  <a:solidFill>
                    <a:schemeClr val="bg1"/>
                  </a:solidFill>
                  <a:latin typeface="Segoe UI Semilight" pitchFamily="34"/>
                  <a:cs typeface="Segoe UI Semilight" pitchFamily="34"/>
                </a:rPr>
                <a:t>Commercial </a:t>
              </a:r>
              <a:r>
                <a:rPr lang="de-DE" sz="1300" b="1" dirty="0" err="1">
                  <a:solidFill>
                    <a:schemeClr val="bg1"/>
                  </a:solidFill>
                  <a:latin typeface="Segoe UI Semilight" pitchFamily="34"/>
                  <a:cs typeface="Segoe UI Semilight" pitchFamily="34"/>
                </a:rPr>
                <a:t>publishers</a:t>
              </a:r>
              <a:r>
                <a:rPr lang="de-DE" sz="1300" b="1" dirty="0">
                  <a:solidFill>
                    <a:schemeClr val="bg1"/>
                  </a:solidFill>
                  <a:latin typeface="Segoe UI Semilight" pitchFamily="34"/>
                  <a:cs typeface="Segoe UI Semilight" pitchFamily="34"/>
                </a:rPr>
                <a:t>‘ </a:t>
              </a:r>
              <a:r>
                <a:rPr lang="de-DE" sz="1300" b="1" dirty="0" err="1">
                  <a:solidFill>
                    <a:schemeClr val="bg1"/>
                  </a:solidFill>
                  <a:latin typeface="Segoe UI Semilight" pitchFamily="34"/>
                  <a:cs typeface="Segoe UI Semilight" pitchFamily="34"/>
                </a:rPr>
                <a:t>interests</a:t>
              </a:r>
              <a:r>
                <a:rPr lang="de-DE" sz="1300" b="1" dirty="0">
                  <a:solidFill>
                    <a:schemeClr val="bg1"/>
                  </a:solidFill>
                  <a:latin typeface="Segoe UI Semilight" pitchFamily="34"/>
                  <a:cs typeface="Segoe UI Semilight" pitchFamily="34"/>
                </a:rPr>
                <a:t> </a:t>
              </a:r>
              <a:r>
                <a:rPr lang="de-DE" sz="1300" b="1" dirty="0" err="1">
                  <a:solidFill>
                    <a:schemeClr val="bg1"/>
                  </a:solidFill>
                  <a:latin typeface="Segoe UI Semilight" pitchFamily="34"/>
                  <a:cs typeface="Segoe UI Semilight" pitchFamily="34"/>
                </a:rPr>
                <a:t>are</a:t>
              </a:r>
              <a:r>
                <a:rPr lang="de-DE" sz="1300" b="1" dirty="0">
                  <a:solidFill>
                    <a:schemeClr val="bg1"/>
                  </a:solidFill>
                  <a:latin typeface="Segoe UI Semilight" pitchFamily="34"/>
                  <a:cs typeface="Segoe UI Semilight" pitchFamily="34"/>
                </a:rPr>
                <a:t> not </a:t>
              </a:r>
              <a:r>
                <a:rPr lang="de-DE" sz="1300" b="1" dirty="0" err="1">
                  <a:solidFill>
                    <a:schemeClr val="bg1"/>
                  </a:solidFill>
                  <a:latin typeface="Segoe UI Semilight" pitchFamily="34"/>
                  <a:cs typeface="Segoe UI Semilight" pitchFamily="34"/>
                </a:rPr>
                <a:t>aligned</a:t>
              </a:r>
              <a:r>
                <a:rPr lang="de-DE" sz="1300" b="1" dirty="0">
                  <a:solidFill>
                    <a:schemeClr val="bg1"/>
                  </a:solidFill>
                  <a:latin typeface="Segoe UI Semilight" pitchFamily="34"/>
                  <a:cs typeface="Segoe UI Semilight" pitchFamily="34"/>
                </a:rPr>
                <a:t> </a:t>
              </a:r>
              <a:r>
                <a:rPr lang="de-DE" sz="1300" b="1" dirty="0" err="1">
                  <a:solidFill>
                    <a:schemeClr val="bg1"/>
                  </a:solidFill>
                  <a:latin typeface="Segoe UI Semilight" pitchFamily="34"/>
                  <a:cs typeface="Segoe UI Semilight" pitchFamily="34"/>
                </a:rPr>
                <a:t>with</a:t>
              </a:r>
              <a:r>
                <a:rPr lang="de-DE" sz="1300" b="1" dirty="0">
                  <a:solidFill>
                    <a:schemeClr val="bg1"/>
                  </a:solidFill>
                  <a:latin typeface="Segoe UI Semilight" pitchFamily="34"/>
                  <a:cs typeface="Segoe UI Semilight" pitchFamily="34"/>
                </a:rPr>
                <a:t> </a:t>
              </a:r>
              <a:r>
                <a:rPr lang="de-DE" sz="1300" b="1" dirty="0" err="1">
                  <a:solidFill>
                    <a:schemeClr val="bg1"/>
                  </a:solidFill>
                  <a:latin typeface="Segoe UI Semilight" pitchFamily="34"/>
                  <a:cs typeface="Segoe UI Semilight" pitchFamily="34"/>
                </a:rPr>
                <a:t>research</a:t>
              </a:r>
              <a:r>
                <a:rPr lang="de-DE" sz="1300" b="1" dirty="0">
                  <a:solidFill>
                    <a:schemeClr val="bg1"/>
                  </a:solidFill>
                  <a:latin typeface="Segoe UI Semilight" pitchFamily="34"/>
                  <a:cs typeface="Segoe UI Semilight" pitchFamily="34"/>
                </a:rPr>
                <a:t> </a:t>
              </a:r>
              <a:r>
                <a:rPr lang="de-DE" sz="1300" b="1" dirty="0" err="1">
                  <a:solidFill>
                    <a:schemeClr val="bg1"/>
                  </a:solidFill>
                  <a:latin typeface="Segoe UI Semilight" pitchFamily="34"/>
                  <a:cs typeface="Segoe UI Semilight" pitchFamily="34"/>
                </a:rPr>
                <a:t>interests</a:t>
              </a:r>
              <a:endParaRPr lang="de-DE" sz="1300" b="1" i="0" u="none" strike="noStrike" kern="1200" cap="none" spc="0" baseline="0" dirty="0">
                <a:solidFill>
                  <a:schemeClr val="bg1"/>
                </a:solidFill>
                <a:uFillTx/>
                <a:latin typeface="Segoe UI Semilight" pitchFamily="34"/>
                <a:cs typeface="Segoe UI Semilight" pitchFamily="34"/>
              </a:endParaRPr>
            </a:p>
          </p:txBody>
        </p:sp>
        <p:cxnSp>
          <p:nvCxnSpPr>
            <p:cNvPr id="9" name="Gerader Verbinder 4">
              <a:extLst>
                <a:ext uri="{FF2B5EF4-FFF2-40B4-BE49-F238E27FC236}">
                  <a16:creationId xmlns:a16="http://schemas.microsoft.com/office/drawing/2014/main" id="{023808D6-D93B-CF07-53CD-30FF7BAA766E}"/>
                </a:ext>
              </a:extLst>
            </p:cNvPr>
            <p:cNvCxnSpPr/>
            <p:nvPr/>
          </p:nvCxnSpPr>
          <p:spPr>
            <a:xfrm>
              <a:off x="766925" y="875400"/>
              <a:ext cx="439278" cy="0"/>
            </a:xfrm>
            <a:prstGeom prst="straightConnector1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Gerader Verbinder 9">
              <a:extLst>
                <a:ext uri="{FF2B5EF4-FFF2-40B4-BE49-F238E27FC236}">
                  <a16:creationId xmlns:a16="http://schemas.microsoft.com/office/drawing/2014/main" id="{815FA5BF-1C2E-28F0-D130-FC351489649F}"/>
                </a:ext>
              </a:extLst>
            </p:cNvPr>
            <p:cNvCxnSpPr/>
            <p:nvPr/>
          </p:nvCxnSpPr>
          <p:spPr>
            <a:xfrm>
              <a:off x="782415" y="1899675"/>
              <a:ext cx="439287" cy="0"/>
            </a:xfrm>
            <a:prstGeom prst="straightConnector1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" name="Rechteck 41">
            <a:extLst>
              <a:ext uri="{FF2B5EF4-FFF2-40B4-BE49-F238E27FC236}">
                <a16:creationId xmlns:a16="http://schemas.microsoft.com/office/drawing/2014/main" id="{C066D892-F336-272B-E76D-F4D474636A28}"/>
              </a:ext>
            </a:extLst>
          </p:cNvPr>
          <p:cNvSpPr/>
          <p:nvPr/>
        </p:nvSpPr>
        <p:spPr>
          <a:xfrm>
            <a:off x="-6757" y="7093970"/>
            <a:ext cx="3585005" cy="465703"/>
          </a:xfrm>
          <a:prstGeom prst="rect">
            <a:avLst/>
          </a:prstGeom>
          <a:solidFill>
            <a:srgbClr val="0A112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20" name="Rechteck 5">
            <a:extLst>
              <a:ext uri="{FF2B5EF4-FFF2-40B4-BE49-F238E27FC236}">
                <a16:creationId xmlns:a16="http://schemas.microsoft.com/office/drawing/2014/main" id="{A41A3613-7D3B-9E66-79DB-6D24CD1A8101}"/>
              </a:ext>
            </a:extLst>
          </p:cNvPr>
          <p:cNvSpPr/>
          <p:nvPr/>
        </p:nvSpPr>
        <p:spPr>
          <a:xfrm>
            <a:off x="-21067" y="6847100"/>
            <a:ext cx="3585005" cy="265404"/>
          </a:xfrm>
          <a:prstGeom prst="rect">
            <a:avLst/>
          </a:prstGeom>
          <a:solidFill>
            <a:srgbClr val="80DEEA"/>
          </a:solidFill>
          <a:ln cap="flat">
            <a:noFill/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grpSp>
        <p:nvGrpSpPr>
          <p:cNvPr id="21" name="Gruppieren 43">
            <a:extLst>
              <a:ext uri="{FF2B5EF4-FFF2-40B4-BE49-F238E27FC236}">
                <a16:creationId xmlns:a16="http://schemas.microsoft.com/office/drawing/2014/main" id="{FC0AC57E-9611-F8E4-470B-36CA8A6CD198}"/>
              </a:ext>
            </a:extLst>
          </p:cNvPr>
          <p:cNvGrpSpPr/>
          <p:nvPr/>
        </p:nvGrpSpPr>
        <p:grpSpPr>
          <a:xfrm>
            <a:off x="2293351" y="7147471"/>
            <a:ext cx="1244032" cy="369253"/>
            <a:chOff x="2293351" y="7147471"/>
            <a:chExt cx="1244032" cy="369253"/>
          </a:xfrm>
        </p:grpSpPr>
        <p:sp>
          <p:nvSpPr>
            <p:cNvPr id="23" name="Sehne 20">
              <a:extLst>
                <a:ext uri="{FF2B5EF4-FFF2-40B4-BE49-F238E27FC236}">
                  <a16:creationId xmlns:a16="http://schemas.microsoft.com/office/drawing/2014/main" id="{36942B72-988F-C421-BA32-C93B1E25815F}"/>
                </a:ext>
              </a:extLst>
            </p:cNvPr>
            <p:cNvSpPr/>
            <p:nvPr/>
          </p:nvSpPr>
          <p:spPr>
            <a:xfrm>
              <a:off x="2293351" y="7147654"/>
              <a:ext cx="381972" cy="36907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*/ 5419351 1 1725033"/>
                <a:gd name="f8" fmla="+- 0 0 1"/>
                <a:gd name="f9" fmla="val 357"/>
                <a:gd name="f10" fmla="val 183"/>
                <a:gd name="f11" fmla="+- 0 0 -177"/>
                <a:gd name="f12" fmla="+- 0 0 -363"/>
                <a:gd name="f13" fmla="+- 0 0 -90"/>
                <a:gd name="f14" fmla="abs f3"/>
                <a:gd name="f15" fmla="abs f4"/>
                <a:gd name="f16" fmla="abs f5"/>
                <a:gd name="f17" fmla="+- 2700000 f1 0"/>
                <a:gd name="f18" fmla="+- 0 0 f9"/>
                <a:gd name="f19" fmla="+- 0 0 f10"/>
                <a:gd name="f20" fmla="*/ f11 f0 1"/>
                <a:gd name="f21" fmla="*/ f12 f0 1"/>
                <a:gd name="f22" fmla="*/ f13 f0 1"/>
                <a:gd name="f23" fmla="?: f14 f3 1"/>
                <a:gd name="f24" fmla="?: f15 f4 1"/>
                <a:gd name="f25" fmla="?: f16 f5 1"/>
                <a:gd name="f26" fmla="*/ f18 f0 1"/>
                <a:gd name="f27" fmla="*/ f19 f0 1"/>
                <a:gd name="f28" fmla="+- f17 0 f1"/>
                <a:gd name="f29" fmla="*/ f20 1 f2"/>
                <a:gd name="f30" fmla="*/ f21 1 f2"/>
                <a:gd name="f31" fmla="*/ f22 1 f2"/>
                <a:gd name="f32" fmla="*/ f23 1 21600"/>
                <a:gd name="f33" fmla="*/ f24 1 21600"/>
                <a:gd name="f34" fmla="*/ 21600 f23 1"/>
                <a:gd name="f35" fmla="*/ 21600 f24 1"/>
                <a:gd name="f36" fmla="*/ f26 1 f2"/>
                <a:gd name="f37" fmla="*/ f27 1 f2"/>
                <a:gd name="f38" fmla="+- f28 f1 0"/>
                <a:gd name="f39" fmla="+- f29 0 f1"/>
                <a:gd name="f40" fmla="+- f30 0 f1"/>
                <a:gd name="f41" fmla="+- f31 0 f1"/>
                <a:gd name="f42" fmla="min f33 f32"/>
                <a:gd name="f43" fmla="*/ f34 1 f25"/>
                <a:gd name="f44" fmla="*/ f35 1 f25"/>
                <a:gd name="f45" fmla="+- f36 0 f1"/>
                <a:gd name="f46" fmla="+- f37 0 f1"/>
                <a:gd name="f47" fmla="*/ f38 f7 1"/>
                <a:gd name="f48" fmla="val f43"/>
                <a:gd name="f49" fmla="val f44"/>
                <a:gd name="f50" fmla="+- 0 0 f45"/>
                <a:gd name="f51" fmla="+- 0 0 f46"/>
                <a:gd name="f52" fmla="*/ f47 1 f0"/>
                <a:gd name="f53" fmla="+- f49 0 f6"/>
                <a:gd name="f54" fmla="+- f48 0 f6"/>
                <a:gd name="f55" fmla="+- f51 0 f50"/>
                <a:gd name="f56" fmla="+- f50 f1 0"/>
                <a:gd name="f57" fmla="+- f51 f1 0"/>
                <a:gd name="f58" fmla="+- 0 0 f52"/>
                <a:gd name="f59" fmla="*/ f53 1 2"/>
                <a:gd name="f60" fmla="*/ f54 1 2"/>
                <a:gd name="f61" fmla="+- f55 21600000 0"/>
                <a:gd name="f62" fmla="+- 0 0 f58"/>
                <a:gd name="f63" fmla="*/ f56 f7 1"/>
                <a:gd name="f64" fmla="*/ f57 f7 1"/>
                <a:gd name="f65" fmla="+- f6 f59 0"/>
                <a:gd name="f66" fmla="+- f6 f60 0"/>
                <a:gd name="f67" fmla="?: f55 f55 f61"/>
                <a:gd name="f68" fmla="*/ f62 f0 1"/>
                <a:gd name="f69" fmla="*/ f63 1 f0"/>
                <a:gd name="f70" fmla="*/ f64 1 f0"/>
                <a:gd name="f71" fmla="*/ f60 f42 1"/>
                <a:gd name="f72" fmla="*/ f59 f42 1"/>
                <a:gd name="f73" fmla="*/ f68 1 f7"/>
                <a:gd name="f74" fmla="+- 0 0 f69"/>
                <a:gd name="f75" fmla="+- 0 0 f70"/>
                <a:gd name="f76" fmla="+- f73 0 f1"/>
                <a:gd name="f77" fmla="+- 0 0 f74"/>
                <a:gd name="f78" fmla="+- 0 0 f75"/>
                <a:gd name="f79" fmla="cos 1 f76"/>
                <a:gd name="f80" fmla="sin 1 f76"/>
                <a:gd name="f81" fmla="*/ f77 f0 1"/>
                <a:gd name="f82" fmla="*/ f78 f0 1"/>
                <a:gd name="f83" fmla="+- 0 0 f79"/>
                <a:gd name="f84" fmla="+- 0 0 f80"/>
                <a:gd name="f85" fmla="*/ f81 1 f7"/>
                <a:gd name="f86" fmla="*/ f82 1 f7"/>
                <a:gd name="f87" fmla="+- 0 0 f83"/>
                <a:gd name="f88" fmla="+- 0 0 f84"/>
                <a:gd name="f89" fmla="+- f85 0 f1"/>
                <a:gd name="f90" fmla="+- f86 0 f1"/>
                <a:gd name="f91" fmla="val f87"/>
                <a:gd name="f92" fmla="val f88"/>
                <a:gd name="f93" fmla="sin 1 f89"/>
                <a:gd name="f94" fmla="cos 1 f89"/>
                <a:gd name="f95" fmla="sin 1 f90"/>
                <a:gd name="f96" fmla="cos 1 f90"/>
                <a:gd name="f97" fmla="+- 0 0 f93"/>
                <a:gd name="f98" fmla="+- 0 0 f94"/>
                <a:gd name="f99" fmla="+- 0 0 f95"/>
                <a:gd name="f100" fmla="+- 0 0 f96"/>
                <a:gd name="f101" fmla="*/ f91 f60 1"/>
                <a:gd name="f102" fmla="*/ f92 f59 1"/>
                <a:gd name="f103" fmla="+- 0 0 f97"/>
                <a:gd name="f104" fmla="+- 0 0 f98"/>
                <a:gd name="f105" fmla="+- 0 0 f99"/>
                <a:gd name="f106" fmla="+- 0 0 f100"/>
                <a:gd name="f107" fmla="+- f66 0 f101"/>
                <a:gd name="f108" fmla="+- f66 f101 0"/>
                <a:gd name="f109" fmla="+- f65 0 f102"/>
                <a:gd name="f110" fmla="+- f65 f102 0"/>
                <a:gd name="f111" fmla="val f103"/>
                <a:gd name="f112" fmla="val f104"/>
                <a:gd name="f113" fmla="val f105"/>
                <a:gd name="f114" fmla="val f106"/>
                <a:gd name="f115" fmla="*/ f107 f42 1"/>
                <a:gd name="f116" fmla="*/ f109 f42 1"/>
                <a:gd name="f117" fmla="*/ f108 f42 1"/>
                <a:gd name="f118" fmla="*/ f110 f42 1"/>
                <a:gd name="f119" fmla="*/ f111 f60 1"/>
                <a:gd name="f120" fmla="*/ f112 f59 1"/>
                <a:gd name="f121" fmla="*/ f113 f60 1"/>
                <a:gd name="f122" fmla="*/ f114 f59 1"/>
                <a:gd name="f123" fmla="+- 0 0 f120"/>
                <a:gd name="f124" fmla="+- 0 0 f119"/>
                <a:gd name="f125" fmla="+- 0 0 f122"/>
                <a:gd name="f126" fmla="+- 0 0 f121"/>
                <a:gd name="f127" fmla="+- 0 0 f123"/>
                <a:gd name="f128" fmla="+- 0 0 f124"/>
                <a:gd name="f129" fmla="+- 0 0 f125"/>
                <a:gd name="f130" fmla="+- 0 0 f126"/>
                <a:gd name="f131" fmla="at2 f127 f128"/>
                <a:gd name="f132" fmla="at2 f129 f130"/>
                <a:gd name="f133" fmla="+- f131 f1 0"/>
                <a:gd name="f134" fmla="+- f132 f1 0"/>
                <a:gd name="f135" fmla="*/ f133 f7 1"/>
                <a:gd name="f136" fmla="*/ f134 f7 1"/>
                <a:gd name="f137" fmla="*/ f135 1 f0"/>
                <a:gd name="f138" fmla="*/ f136 1 f0"/>
                <a:gd name="f139" fmla="+- 0 0 f137"/>
                <a:gd name="f140" fmla="+- 0 0 f138"/>
                <a:gd name="f141" fmla="val f139"/>
                <a:gd name="f142" fmla="val f140"/>
                <a:gd name="f143" fmla="+- 0 0 f141"/>
                <a:gd name="f144" fmla="+- 0 0 f142"/>
                <a:gd name="f145" fmla="*/ f143 f0 1"/>
                <a:gd name="f146" fmla="*/ f144 f0 1"/>
                <a:gd name="f147" fmla="*/ f145 1 f7"/>
                <a:gd name="f148" fmla="*/ f146 1 f7"/>
                <a:gd name="f149" fmla="+- f147 0 f1"/>
                <a:gd name="f150" fmla="+- f148 0 f1"/>
                <a:gd name="f151" fmla="+- f149 f1 0"/>
                <a:gd name="f152" fmla="+- f150 f1 0"/>
                <a:gd name="f153" fmla="*/ f151 f7 1"/>
                <a:gd name="f154" fmla="*/ f152 f7 1"/>
                <a:gd name="f155" fmla="*/ f153 1 f0"/>
                <a:gd name="f156" fmla="*/ f154 1 f0"/>
                <a:gd name="f157" fmla="+- 0 0 f155"/>
                <a:gd name="f158" fmla="+- 0 0 f156"/>
                <a:gd name="f159" fmla="+- 0 0 f157"/>
                <a:gd name="f160" fmla="+- 0 0 f158"/>
                <a:gd name="f161" fmla="*/ f159 f0 1"/>
                <a:gd name="f162" fmla="*/ f160 f0 1"/>
                <a:gd name="f163" fmla="*/ f161 1 f7"/>
                <a:gd name="f164" fmla="*/ f162 1 f7"/>
                <a:gd name="f165" fmla="+- f163 0 f1"/>
                <a:gd name="f166" fmla="+- f164 0 f1"/>
                <a:gd name="f167" fmla="cos 1 f165"/>
                <a:gd name="f168" fmla="sin 1 f165"/>
                <a:gd name="f169" fmla="cos 1 f166"/>
                <a:gd name="f170" fmla="sin 1 f166"/>
                <a:gd name="f171" fmla="+- 0 0 f167"/>
                <a:gd name="f172" fmla="+- 0 0 f168"/>
                <a:gd name="f173" fmla="+- 0 0 f169"/>
                <a:gd name="f174" fmla="+- 0 0 f170"/>
                <a:gd name="f175" fmla="+- 0 0 f171"/>
                <a:gd name="f176" fmla="+- 0 0 f172"/>
                <a:gd name="f177" fmla="+- 0 0 f173"/>
                <a:gd name="f178" fmla="+- 0 0 f174"/>
                <a:gd name="f179" fmla="val f175"/>
                <a:gd name="f180" fmla="val f176"/>
                <a:gd name="f181" fmla="val f177"/>
                <a:gd name="f182" fmla="val f178"/>
                <a:gd name="f183" fmla="+- 0 0 f179"/>
                <a:gd name="f184" fmla="+- 0 0 f180"/>
                <a:gd name="f185" fmla="+- 0 0 f181"/>
                <a:gd name="f186" fmla="+- 0 0 f182"/>
                <a:gd name="f187" fmla="*/ f8 f183 1"/>
                <a:gd name="f188" fmla="*/ f8 f184 1"/>
                <a:gd name="f189" fmla="*/ f8 f185 1"/>
                <a:gd name="f190" fmla="*/ f8 f186 1"/>
                <a:gd name="f191" fmla="*/ f187 f60 1"/>
                <a:gd name="f192" fmla="*/ f188 f59 1"/>
                <a:gd name="f193" fmla="*/ f189 f60 1"/>
                <a:gd name="f194" fmla="*/ f190 f59 1"/>
                <a:gd name="f195" fmla="+- f66 f191 0"/>
                <a:gd name="f196" fmla="+- f65 f192 0"/>
                <a:gd name="f197" fmla="+- f66 f193 0"/>
                <a:gd name="f198" fmla="+- f65 f194 0"/>
                <a:gd name="f199" fmla="+- f195 f197 0"/>
                <a:gd name="f200" fmla="+- f196 f198 0"/>
                <a:gd name="f201" fmla="*/ f195 f42 1"/>
                <a:gd name="f202" fmla="*/ f196 f42 1"/>
                <a:gd name="f203" fmla="*/ f197 f42 1"/>
                <a:gd name="f204" fmla="*/ f198 f42 1"/>
                <a:gd name="f205" fmla="*/ f199 1 2"/>
                <a:gd name="f206" fmla="*/ f200 1 2"/>
                <a:gd name="f207" fmla="*/ f205 f42 1"/>
                <a:gd name="f208" fmla="*/ f206 f4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9">
                  <a:pos x="f201" y="f202"/>
                </a:cxn>
                <a:cxn ang="f40">
                  <a:pos x="f203" y="f204"/>
                </a:cxn>
                <a:cxn ang="f41">
                  <a:pos x="f207" y="f208"/>
                </a:cxn>
              </a:cxnLst>
              <a:rect l="f115" t="f116" r="f117" b="f118"/>
              <a:pathLst>
                <a:path>
                  <a:moveTo>
                    <a:pt x="f201" y="f202"/>
                  </a:moveTo>
                  <a:arcTo wR="f71" hR="f72" stAng="f50" swAng="f67"/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621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sp>
          <p:nvSpPr>
            <p:cNvPr id="31" name="Rechteck 30">
              <a:extLst>
                <a:ext uri="{FF2B5EF4-FFF2-40B4-BE49-F238E27FC236}">
                  <a16:creationId xmlns:a16="http://schemas.microsoft.com/office/drawing/2014/main" id="{BC625B03-CF6F-3346-A347-68D00907E8B4}"/>
                </a:ext>
              </a:extLst>
            </p:cNvPr>
            <p:cNvSpPr/>
            <p:nvPr/>
          </p:nvSpPr>
          <p:spPr>
            <a:xfrm>
              <a:off x="2488859" y="7147471"/>
              <a:ext cx="1048524" cy="369243"/>
            </a:xfrm>
            <a:prstGeom prst="rect">
              <a:avLst/>
            </a:pr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621" b="0" i="0" u="none" strike="noStrike" kern="1200" cap="none" spc="0" baseline="0" dirty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pic>
          <p:nvPicPr>
            <p:cNvPr id="32" name="Grafik 29">
              <a:extLst>
                <a:ext uri="{FF2B5EF4-FFF2-40B4-BE49-F238E27FC236}">
                  <a16:creationId xmlns:a16="http://schemas.microsoft.com/office/drawing/2014/main" id="{D5619BD5-5063-7554-DA3B-2E29679766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98590" y="7177134"/>
              <a:ext cx="977072" cy="327693"/>
            </a:xfrm>
            <a:prstGeom prst="rect">
              <a:avLst/>
            </a:prstGeom>
            <a:noFill/>
            <a:ln cap="flat">
              <a:noFill/>
            </a:ln>
          </p:spPr>
        </p:pic>
      </p:grpSp>
      <p:sp>
        <p:nvSpPr>
          <p:cNvPr id="33" name="Flussdiagramm: Verbinder 11">
            <a:extLst>
              <a:ext uri="{FF2B5EF4-FFF2-40B4-BE49-F238E27FC236}">
                <a16:creationId xmlns:a16="http://schemas.microsoft.com/office/drawing/2014/main" id="{20FC9357-9DC5-B8AA-1172-3F819307A5E5}"/>
              </a:ext>
            </a:extLst>
          </p:cNvPr>
          <p:cNvSpPr/>
          <p:nvPr/>
        </p:nvSpPr>
        <p:spPr>
          <a:xfrm>
            <a:off x="1211927" y="6378580"/>
            <a:ext cx="1140092" cy="1140092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80DEE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34" name="Grafik 33" descr="Ein Bild, das Schrift, Grafiken, Typografie, Text enthält.&#10;&#10;KI-generierte Inhalte können fehlerhaft sein.">
            <a:extLst>
              <a:ext uri="{FF2B5EF4-FFF2-40B4-BE49-F238E27FC236}">
                <a16:creationId xmlns:a16="http://schemas.microsoft.com/office/drawing/2014/main" id="{9A0665A6-6B90-AE3E-0992-901D93811A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000" y="7308000"/>
            <a:ext cx="792000" cy="117975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ADC51126-E27F-7F0F-F7B8-9D4C592938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98018" y="6373938"/>
            <a:ext cx="1169322" cy="1122550"/>
          </a:xfrm>
          <a:prstGeom prst="rect">
            <a:avLst/>
          </a:prstGeom>
        </p:spPr>
      </p:pic>
      <p:sp>
        <p:nvSpPr>
          <p:cNvPr id="4" name="Rechteck 2">
            <a:extLst>
              <a:ext uri="{FF2B5EF4-FFF2-40B4-BE49-F238E27FC236}">
                <a16:creationId xmlns:a16="http://schemas.microsoft.com/office/drawing/2014/main" id="{50B2D079-E8F5-8277-2727-8FC0628ECECE}"/>
              </a:ext>
            </a:extLst>
          </p:cNvPr>
          <p:cNvSpPr/>
          <p:nvPr/>
        </p:nvSpPr>
        <p:spPr>
          <a:xfrm>
            <a:off x="-26791" y="4440111"/>
            <a:ext cx="3611541" cy="407072"/>
          </a:xfrm>
          <a:prstGeom prst="rect">
            <a:avLst/>
          </a:prstGeom>
          <a:solidFill>
            <a:srgbClr val="80DEEA">
              <a:alpha val="96863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u="none" strike="noStrike" kern="1200" cap="none" spc="0" baseline="0" dirty="0">
                <a:uFillTx/>
                <a:latin typeface="+mj-lt"/>
                <a:cs typeface="Segoe UI Semilight" pitchFamily="34"/>
              </a:rPr>
              <a:t>Finding out if a journal is DOA</a:t>
            </a:r>
          </a:p>
        </p:txBody>
      </p:sp>
      <p:sp>
        <p:nvSpPr>
          <p:cNvPr id="6" name="Textfeld 53">
            <a:extLst>
              <a:ext uri="{FF2B5EF4-FFF2-40B4-BE49-F238E27FC236}">
                <a16:creationId xmlns:a16="http://schemas.microsoft.com/office/drawing/2014/main" id="{603EDA6D-4503-CDF5-4C11-58EF8CBAD96C}"/>
              </a:ext>
            </a:extLst>
          </p:cNvPr>
          <p:cNvSpPr txBox="1"/>
          <p:nvPr/>
        </p:nvSpPr>
        <p:spPr>
          <a:xfrm>
            <a:off x="255034" y="4896435"/>
            <a:ext cx="3325444" cy="124649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171450" marR="0" lvl="0" indent="-171450" algn="l" defTabSz="457200" rtl="0" fontAlgn="auto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dirty="0">
                <a:solidFill>
                  <a:srgbClr val="595959"/>
                </a:solidFill>
                <a:latin typeface="Segoe UI Semilight" pitchFamily="34"/>
                <a:cs typeface="Segoe UI Semilight" pitchFamily="34"/>
              </a:rPr>
              <a:t>Diamond Discovery Hub</a:t>
            </a:r>
          </a:p>
          <a:p>
            <a:pPr marL="171450" marR="0" lvl="0" indent="-171450" algn="l" defTabSz="457200" rtl="0" fontAlgn="auto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dirty="0">
              <a:solidFill>
                <a:srgbClr val="595959"/>
              </a:solidFill>
              <a:latin typeface="Segoe UI Semilight" pitchFamily="34"/>
              <a:cs typeface="Segoe UI Semilight" pitchFamily="34"/>
            </a:endParaRPr>
          </a:p>
          <a:p>
            <a:pPr marL="171450" marR="0" lvl="0" indent="-171450" algn="l" defTabSz="457200" rtl="0" fontAlgn="auto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dirty="0">
                <a:solidFill>
                  <a:srgbClr val="595959"/>
                </a:solidFill>
                <a:latin typeface="Segoe UI Semilight" pitchFamily="34"/>
                <a:cs typeface="Segoe UI Semilight" pitchFamily="34"/>
              </a:rPr>
              <a:t>DOAJ </a:t>
            </a:r>
            <a:r>
              <a:rPr lang="en-US" sz="1400" dirty="0">
                <a:solidFill>
                  <a:srgbClr val="595959"/>
                </a:solidFill>
                <a:latin typeface="Segoe UI Semilight" pitchFamily="34"/>
                <a:cs typeface="Segoe UI Semilight" pitchFamily="34"/>
              </a:rPr>
              <a:t>“without fees” filter</a:t>
            </a:r>
          </a:p>
          <a:p>
            <a:pPr marL="171450" marR="0" lvl="0" indent="-171450" algn="l" defTabSz="457200" rtl="0" fontAlgn="auto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dirty="0">
              <a:solidFill>
                <a:srgbClr val="595959"/>
              </a:solidFill>
              <a:latin typeface="Segoe UI Semilight" pitchFamily="34"/>
              <a:cs typeface="Segoe UI Semilight" pitchFamily="34"/>
            </a:endParaRPr>
          </a:p>
          <a:p>
            <a:pPr marL="171450" marR="0" lvl="0" indent="-171450" algn="l" defTabSz="457200" rtl="0" fontAlgn="auto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dirty="0" err="1">
                <a:solidFill>
                  <a:srgbClr val="595959"/>
                </a:solidFill>
                <a:latin typeface="Segoe UI Semilight" pitchFamily="34"/>
                <a:cs typeface="Segoe UI Semilight" pitchFamily="34"/>
              </a:rPr>
              <a:t>OpenAlex</a:t>
            </a:r>
            <a:r>
              <a:rPr lang="en-US" sz="1400" dirty="0">
                <a:solidFill>
                  <a:srgbClr val="595959"/>
                </a:solidFill>
                <a:latin typeface="Segoe UI Semilight" pitchFamily="34"/>
                <a:cs typeface="Segoe UI Semilight" pitchFamily="34"/>
              </a:rPr>
              <a:t> zero APC + free license filter</a:t>
            </a:r>
          </a:p>
        </p:txBody>
      </p:sp>
    </p:spTree>
    <p:extLst>
      <p:ext uri="{BB962C8B-B14F-4D97-AF65-F5344CB8AC3E}">
        <p14:creationId xmlns:p14="http://schemas.microsoft.com/office/powerpoint/2010/main" val="1166855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138</Words>
  <Application>Microsoft Office PowerPoint</Application>
  <PresentationFormat>Benutzerdefiniert</PresentationFormat>
  <Paragraphs>31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Segoe UI Semilight</vt:lpstr>
      <vt:lpstr>Office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Victoria Anna Katharina Moser</dc:creator>
  <cp:lastModifiedBy>Lukas Röseler</cp:lastModifiedBy>
  <cp:revision>18</cp:revision>
  <dcterms:created xsi:type="dcterms:W3CDTF">2025-10-27T09:09:25Z</dcterms:created>
  <dcterms:modified xsi:type="dcterms:W3CDTF">2026-08-28T13:30:54Z</dcterms:modified>
</cp:coreProperties>
</file>